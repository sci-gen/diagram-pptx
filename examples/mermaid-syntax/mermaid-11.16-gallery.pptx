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5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6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7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69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327282" y="4849433"/>
              <a:ext cx="324091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733260" y="3458000"/>
              <a:ext cx="273115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18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44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07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6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01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41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7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cxnSp>
          <p:nvCxnSpPr>
            <p:cNvPr id="9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472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sp>
          <p:nvSpPr>
            <p:cNvPr id="15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2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7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cxnSp>
          <p:nvCxnSpPr>
            <p:cNvPr id="24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sp>
          <p:nvSpPr>
            <p:cNvPr id="30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3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40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435056" y="3029262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215887" y="524843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2849797" y="3368169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3893042" y="183308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2889393" y="932688"/>
            <a:ext cx="5897906" cy="5394959"/>
            <a:chOff x="2889393" y="932688"/>
            <a:chExt cx="5897906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65271" y="1373205"/>
              <a:ext cx="2511203" cy="229472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754067" y="1373205"/>
              <a:ext cx="2511203" cy="2294720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754067" y="3667926"/>
              <a:ext cx="2511203" cy="2294720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65271" y="3667926"/>
              <a:ext cx="2511203" cy="2294720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743243" y="1373205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76474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743243" y="5962647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754067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65271" y="1384030"/>
              <a:ext cx="0" cy="4567793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764891" y="3667926"/>
              <a:ext cx="5000759" cy="0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191088" y="4874306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6852047" y="4966085"/>
              <a:ext cx="835410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82125" y="4277678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4939368" y="4369457"/>
              <a:ext cx="642841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592881" y="2396007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068350" y="2487786"/>
              <a:ext cx="120638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80333" y="2120641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285537" y="2212420"/>
              <a:ext cx="114691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415599" y="6025578"/>
              <a:ext cx="1188139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6884009" y="6025578"/>
              <a:ext cx="1273726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2932186" y="4664252"/>
              <a:ext cx="1241001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2889393" y="2369531"/>
              <a:ext cx="1326588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4899665" y="932688"/>
              <a:ext cx="2731211" cy="3775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1011573" y="0"/>
                  </a:lnTo>
                  <a:lnTo>
                    <a:pt x="1986510" y="0"/>
                  </a:lnTo>
                  <a:lnTo>
                    <a:pt x="2888177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899748" y="0"/>
                  </a:lnTo>
                  <a:lnTo>
                    <a:pt x="1807591" y="0"/>
                  </a:lnTo>
                  <a:lnTo>
                    <a:pt x="2731623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592868"/>
                  </a:lnTo>
                  <a:lnTo>
                    <a:pt x="3679937" y="1200536"/>
                  </a:lnTo>
                  <a:lnTo>
                    <a:pt x="3679937" y="1837804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685430"/>
                  </a:lnTo>
                  <a:lnTo>
                    <a:pt x="3679937" y="1348636"/>
                  </a:lnTo>
                  <a:lnTo>
                    <a:pt x="3679937" y="1967392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2710923" y="2519474"/>
                  </a:lnTo>
                  <a:lnTo>
                    <a:pt x="1761521" y="2519474"/>
                  </a:lnTo>
                  <a:lnTo>
                    <a:pt x="851342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3092726" y="2519474"/>
                  </a:lnTo>
                  <a:lnTo>
                    <a:pt x="2372406" y="2519474"/>
                  </a:lnTo>
                  <a:lnTo>
                    <a:pt x="1385867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1941663"/>
                  </a:lnTo>
                  <a:lnTo>
                    <a:pt x="0" y="1343029"/>
                  </a:lnTo>
                  <a:lnTo>
                    <a:pt x="0" y="702749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2010809"/>
                  </a:lnTo>
                  <a:lnTo>
                    <a:pt x="0" y="1453662"/>
                  </a:lnTo>
                  <a:lnTo>
                    <a:pt x="0" y="7995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4953340" y="3907066"/>
              <a:ext cx="228227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367056" y="4235693"/>
              <a:ext cx="1454839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62979" y="4838176"/>
              <a:ext cx="93496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55747" y="5495430"/>
              <a:ext cx="1172574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671219" y="0"/>
                  </a:lnTo>
                  <a:lnTo>
                    <a:pt x="1441945" y="0"/>
                  </a:lnTo>
                  <a:lnTo>
                    <a:pt x="2411682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1090723" y="0"/>
                  </a:lnTo>
                  <a:lnTo>
                    <a:pt x="2113152" y="0"/>
                  </a:lnTo>
                  <a:lnTo>
                    <a:pt x="2998988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840455" y="0"/>
                  </a:lnTo>
                  <a:lnTo>
                    <a:pt x="1650183" y="0"/>
                  </a:lnTo>
                  <a:lnTo>
                    <a:pt x="2398461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61756" y="0"/>
                  </a:lnTo>
                  <a:lnTo>
                    <a:pt x="1684265" y="0"/>
                  </a:lnTo>
                  <a:lnTo>
                    <a:pt x="2428283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316893"/>
                  </a:lnTo>
                  <a:lnTo>
                    <a:pt x="3054563" y="693251"/>
                  </a:lnTo>
                  <a:lnTo>
                    <a:pt x="3054563" y="1188538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336880"/>
                  </a:lnTo>
                  <a:lnTo>
                    <a:pt x="3054563" y="725230"/>
                  </a:lnTo>
                  <a:lnTo>
                    <a:pt x="3054563" y="1216520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487491" y="1862219"/>
                  </a:lnTo>
                  <a:lnTo>
                    <a:pt x="1841792" y="1862219"/>
                  </a:lnTo>
                  <a:lnTo>
                    <a:pt x="1038838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554201" y="1862219"/>
                  </a:lnTo>
                  <a:lnTo>
                    <a:pt x="1948527" y="1862219"/>
                  </a:lnTo>
                  <a:lnTo>
                    <a:pt x="1132231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467653"/>
                  </a:lnTo>
                  <a:lnTo>
                    <a:pt x="0" y="1044691"/>
                  </a:lnTo>
                  <a:lnTo>
                    <a:pt x="0" y="564939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488378"/>
                  </a:lnTo>
                  <a:lnTo>
                    <a:pt x="0" y="1077851"/>
                  </a:lnTo>
                  <a:lnTo>
                    <a:pt x="0" y="59395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171175" y="1021691"/>
              <a:ext cx="184660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880860" y="1350318"/>
              <a:ext cx="42723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652235" y="1961428"/>
              <a:ext cx="1535312" cy="3524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5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866916" y="0"/>
                  </a:lnTo>
                  <a:lnTo>
                    <a:pt x="1692521" y="0"/>
                  </a:lnTo>
                  <a:lnTo>
                    <a:pt x="2435507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586993" y="0"/>
                  </a:lnTo>
                  <a:lnTo>
                    <a:pt x="1244645" y="0"/>
                  </a:lnTo>
                  <a:lnTo>
                    <a:pt x="2043615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770768"/>
              <a:ext cx="1314052" cy="28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881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753466" y="3527973"/>
              <a:ext cx="1186727" cy="334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35995" y="4030931"/>
              <a:ext cx="1221670" cy="191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05967"/>
              <a:ext cx="953544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9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41916" y="3056035"/>
              <a:ext cx="1000410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9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5497" y="4958732"/>
              <a:ext cx="548498" cy="3276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489894" y="2042014"/>
              <a:ext cx="645209" cy="346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1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27" name="diagram:timeline"/>
          <p:cNvGrpSpPr/>
          <p:nvPr/>
        </p:nvGrpSpPr>
        <p:grpSpPr>
          <a:xfrm>
            <a:off x="1035759" y="932688"/>
            <a:ext cx="10117433" cy="5394960"/>
            <a:chOff x="1035759" y="932688"/>
            <a:chExt cx="10117433" cy="5394960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898486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8" y="19607"/>
                  </a:lnTo>
                  <a:lnTo>
                    <a:pt x="44117" y="4901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1"/>
                  </a:lnTo>
                  <a:lnTo>
                    <a:pt x="2960722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898486" y="2528512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timeline:edge.default:svg-10:0"/>
            <p:cNvCxnSpPr/>
            <p:nvPr/>
          </p:nvCxnSpPr>
          <p:spPr>
            <a:xfrm>
              <a:off x="3388651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timeline:node.default:node-1"/>
            <p:cNvSpPr/>
            <p:nvPr/>
          </p:nvSpPr>
          <p:spPr>
            <a:xfrm>
              <a:off x="1898486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7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2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0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cxnSp>
          <p:nvCxnSpPr>
            <p:cNvPr id="8" name="diagram:timeline:edge.default:svg-15:0"/>
            <p:cNvCxnSpPr/>
            <p:nvPr/>
          </p:nvCxnSpPr>
          <p:spPr>
            <a:xfrm>
              <a:off x="1898486" y="5386491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gram:timeline:node.default:node-2"/>
            <p:cNvSpPr/>
            <p:nvPr/>
          </p:nvSpPr>
          <p:spPr>
            <a:xfrm>
              <a:off x="1898486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8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2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133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cxnSp>
          <p:nvCxnSpPr>
            <p:cNvPr id="10" name="diagram:timeline:edge.default:svg-22:0"/>
            <p:cNvCxnSpPr/>
            <p:nvPr/>
          </p:nvCxnSpPr>
          <p:spPr>
            <a:xfrm>
              <a:off x="1898486" y="6327648"/>
              <a:ext cx="2980329" cy="0"/>
            </a:xfrm>
            <a:prstGeom prst="line">
              <a:avLst/>
            </a:prstGeom>
            <a:ln w="47057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timeline:node.default:node-3"/>
            <p:cNvSpPr/>
            <p:nvPr/>
          </p:nvSpPr>
          <p:spPr>
            <a:xfrm>
              <a:off x="5035674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8" y="19607"/>
                  </a:lnTo>
                  <a:lnTo>
                    <a:pt x="44117" y="4901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1"/>
                  </a:lnTo>
                  <a:lnTo>
                    <a:pt x="2960722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2" name="diagram:timeline:edge.default:svg-29:0"/>
            <p:cNvCxnSpPr/>
            <p:nvPr/>
          </p:nvCxnSpPr>
          <p:spPr>
            <a:xfrm>
              <a:off x="5035674" y="2528512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timeline:edge.default:svg-33:0"/>
            <p:cNvCxnSpPr/>
            <p:nvPr/>
          </p:nvCxnSpPr>
          <p:spPr>
            <a:xfrm>
              <a:off x="6525839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timeline:node.default:node-4"/>
            <p:cNvSpPr/>
            <p:nvPr/>
          </p:nvSpPr>
          <p:spPr>
            <a:xfrm>
              <a:off x="5035674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7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2"/>
                  </a:lnTo>
                  <a:lnTo>
                    <a:pt x="2960722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13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cxnSp>
          <p:nvCxnSpPr>
            <p:cNvPr id="15" name="diagram:timeline:edge.default:svg-38:0"/>
            <p:cNvCxnSpPr/>
            <p:nvPr/>
          </p:nvCxnSpPr>
          <p:spPr>
            <a:xfrm>
              <a:off x="5035674" y="5386491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node.default:node-5"/>
            <p:cNvSpPr/>
            <p:nvPr/>
          </p:nvSpPr>
          <p:spPr>
            <a:xfrm>
              <a:off x="5035674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8" y="19608"/>
                  </a:lnTo>
                  <a:lnTo>
                    <a:pt x="44117" y="4902"/>
                  </a:lnTo>
                  <a:lnTo>
                    <a:pt x="78430" y="0"/>
                  </a:lnTo>
                  <a:lnTo>
                    <a:pt x="2901900" y="0"/>
                  </a:lnTo>
                  <a:lnTo>
                    <a:pt x="2936213" y="4902"/>
                  </a:lnTo>
                  <a:lnTo>
                    <a:pt x="2960722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7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cxnSp>
          <p:nvCxnSpPr>
            <p:cNvPr id="17" name="diagram:timeline:edge.default:svg-45:0"/>
            <p:cNvCxnSpPr/>
            <p:nvPr/>
          </p:nvCxnSpPr>
          <p:spPr>
            <a:xfrm>
              <a:off x="5035674" y="6327648"/>
              <a:ext cx="2980329" cy="0"/>
            </a:xfrm>
            <a:prstGeom prst="line">
              <a:avLst/>
            </a:prstGeom>
            <a:ln w="47057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6"/>
            <p:cNvSpPr/>
            <p:nvPr/>
          </p:nvSpPr>
          <p:spPr>
            <a:xfrm>
              <a:off x="8172863" y="1465006"/>
              <a:ext cx="2980329" cy="1063506"/>
            </a:xfrm>
            <a:custGeom>
              <a:avLst/>
              <a:gdLst/>
              <a:ahLst/>
              <a:cxnLst/>
              <a:rect l="l" t="t" r="r" b="b"/>
              <a:pathLst>
                <a:path w="2980329" h="1063506">
                  <a:moveTo>
                    <a:pt x="0" y="985077"/>
                  </a:moveTo>
                  <a:lnTo>
                    <a:pt x="0" y="78429"/>
                  </a:lnTo>
                  <a:lnTo>
                    <a:pt x="4902" y="44116"/>
                  </a:lnTo>
                  <a:lnTo>
                    <a:pt x="19607" y="19607"/>
                  </a:lnTo>
                  <a:lnTo>
                    <a:pt x="44116" y="4901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1"/>
                  </a:lnTo>
                  <a:lnTo>
                    <a:pt x="2960721" y="19607"/>
                  </a:lnTo>
                  <a:lnTo>
                    <a:pt x="2975427" y="44116"/>
                  </a:lnTo>
                  <a:lnTo>
                    <a:pt x="2980329" y="78429"/>
                  </a:lnTo>
                  <a:lnTo>
                    <a:pt x="2980329" y="1063506"/>
                  </a:lnTo>
                  <a:lnTo>
                    <a:pt x="0" y="1063506"/>
                  </a:lnTo>
                  <a:lnTo>
                    <a:pt x="0" y="985077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19" name="diagram:timeline:edge.default:svg-52:0"/>
            <p:cNvCxnSpPr/>
            <p:nvPr/>
          </p:nvCxnSpPr>
          <p:spPr>
            <a:xfrm>
              <a:off x="8172863" y="2528512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timeline:edge.default:svg-56:0"/>
            <p:cNvCxnSpPr/>
            <p:nvPr/>
          </p:nvCxnSpPr>
          <p:spPr>
            <a:xfrm>
              <a:off x="9663027" y="2528512"/>
              <a:ext cx="0" cy="3799136"/>
            </a:xfrm>
            <a:prstGeom prst="line">
              <a:avLst/>
            </a:prstGeom>
            <a:ln w="31371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timeline:node.default:node-7"/>
            <p:cNvSpPr/>
            <p:nvPr/>
          </p:nvSpPr>
          <p:spPr>
            <a:xfrm>
              <a:off x="8172863" y="4602194"/>
              <a:ext cx="2980329" cy="784297"/>
            </a:xfrm>
            <a:custGeom>
              <a:avLst/>
              <a:gdLst/>
              <a:ahLst/>
              <a:cxnLst/>
              <a:rect l="l" t="t" r="r" b="b"/>
              <a:pathLst>
                <a:path w="2980329" h="784297">
                  <a:moveTo>
                    <a:pt x="0" y="705867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7" y="19607"/>
                  </a:lnTo>
                  <a:lnTo>
                    <a:pt x="44116" y="4902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1" y="19607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7"/>
                  </a:lnTo>
                  <a:lnTo>
                    <a:pt x="0" y="784297"/>
                  </a:lnTo>
                  <a:lnTo>
                    <a:pt x="0" y="705867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4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cxnSp>
          <p:nvCxnSpPr>
            <p:cNvPr id="22" name="diagram:timeline:edge.default:svg-61:0"/>
            <p:cNvCxnSpPr/>
            <p:nvPr/>
          </p:nvCxnSpPr>
          <p:spPr>
            <a:xfrm>
              <a:off x="8172863" y="5386491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node.default:node-8"/>
            <p:cNvSpPr/>
            <p:nvPr/>
          </p:nvSpPr>
          <p:spPr>
            <a:xfrm>
              <a:off x="8172863" y="5543350"/>
              <a:ext cx="2980329" cy="784298"/>
            </a:xfrm>
            <a:custGeom>
              <a:avLst/>
              <a:gdLst/>
              <a:ahLst/>
              <a:cxnLst/>
              <a:rect l="l" t="t" r="r" b="b"/>
              <a:pathLst>
                <a:path w="2980329" h="784298">
                  <a:moveTo>
                    <a:pt x="0" y="705868"/>
                  </a:moveTo>
                  <a:lnTo>
                    <a:pt x="0" y="78430"/>
                  </a:lnTo>
                  <a:lnTo>
                    <a:pt x="4902" y="44117"/>
                  </a:lnTo>
                  <a:lnTo>
                    <a:pt x="19607" y="19608"/>
                  </a:lnTo>
                  <a:lnTo>
                    <a:pt x="44116" y="4902"/>
                  </a:lnTo>
                  <a:lnTo>
                    <a:pt x="78429" y="0"/>
                  </a:lnTo>
                  <a:lnTo>
                    <a:pt x="2901899" y="0"/>
                  </a:lnTo>
                  <a:lnTo>
                    <a:pt x="2936212" y="4902"/>
                  </a:lnTo>
                  <a:lnTo>
                    <a:pt x="2960721" y="19608"/>
                  </a:lnTo>
                  <a:lnTo>
                    <a:pt x="2975427" y="44117"/>
                  </a:lnTo>
                  <a:lnTo>
                    <a:pt x="2980329" y="78430"/>
                  </a:lnTo>
                  <a:lnTo>
                    <a:pt x="2980329" y="784298"/>
                  </a:lnTo>
                  <a:lnTo>
                    <a:pt x="0" y="784298"/>
                  </a:lnTo>
                  <a:lnTo>
                    <a:pt x="0" y="705868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7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cxnSp>
          <p:nvCxnSpPr>
            <p:cNvPr id="24" name="diagram:timeline:edge.default:svg-68:0"/>
            <p:cNvCxnSpPr/>
            <p:nvPr/>
          </p:nvCxnSpPr>
          <p:spPr>
            <a:xfrm>
              <a:off x="8172863" y="6327648"/>
              <a:ext cx="2980329" cy="0"/>
            </a:xfrm>
            <a:prstGeom prst="line">
              <a:avLst/>
            </a:prstGeom>
            <a:ln w="47057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timeline:text.default:svg-71"/>
            <p:cNvSpPr txBox="1"/>
            <p:nvPr/>
          </p:nvSpPr>
          <p:spPr>
            <a:xfrm>
              <a:off x="1035759" y="932688"/>
              <a:ext cx="524537" cy="752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26" name="diagram:timeline:edge.default:svg-73:0"/>
            <p:cNvCxnSpPr/>
            <p:nvPr/>
          </p:nvCxnSpPr>
          <p:spPr>
            <a:xfrm flipV="1">
              <a:off x="2469649" y="2359150"/>
              <a:ext cx="8683543" cy="169362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092020"/>
              <a:ext cx="1139415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155476"/>
              <a:ext cx="93764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75960" y="2438016"/>
              <a:ext cx="548937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60240" y="4764188"/>
              <a:ext cx="71213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313648" y="5317576"/>
              <a:ext cx="611248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04104" y="3109137"/>
              <a:ext cx="1799184" cy="10420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499143" y="2872584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403773" y="2872584"/>
              <a:ext cx="604070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506128" y="2872584"/>
              <a:ext cx="731364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515864" y="3382486"/>
              <a:ext cx="1157223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665146" y="3892387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17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99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4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5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6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93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f09cfc35316c0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f09cfc35316c0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f09cfc35316c0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f09cfc35316c0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f09cfc35316c0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f09cfc35316c0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f09cfc35316c0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f09cfc35316c0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f09cfc35316c0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f09cfc35316c0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f09cfc35316c0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f09cfc35316c0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f09cfc35316c0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f09cfc35316c0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f09cfc35316c0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f09cfc35316c0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f09cfc35316c0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f09cfc35316c0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f09cfc35316c0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f09cfc35316c0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f09cfc35316c0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f09cfc35316c0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f09cfc35316c0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f09cfc35316c0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f09cfc35316c0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2912306" y="932688"/>
            <a:ext cx="6364339" cy="5394959"/>
            <a:chOff x="2912306" y="932688"/>
            <a:chExt cx="6364339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54311" y="3601231"/>
              <a:ext cx="904709" cy="90470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101956" y="3148876"/>
              <a:ext cx="1809419" cy="180941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649601" y="2696521"/>
              <a:ext cx="2714129" cy="271412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197246" y="2244166"/>
              <a:ext cx="3618839" cy="361883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744891" y="1791811"/>
              <a:ext cx="4523549" cy="452354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06666" y="1791811"/>
              <a:ext cx="0" cy="2261775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635840" y="1314180"/>
              <a:ext cx="741651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06666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411385" y="3072626"/>
              <a:ext cx="865260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06666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492738" y="6012051"/>
              <a:ext cx="541773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677228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3552686" y="6012051"/>
              <a:ext cx="975719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855590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2912306" y="3072626"/>
              <a:ext cx="686422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4070698" y="2131077"/>
              <a:ext cx="3549275" cy="3320936"/>
            </a:xfrm>
            <a:custGeom>
              <a:avLst/>
              <a:gdLst/>
              <a:ahLst/>
              <a:cxnLst/>
              <a:rect l="l" t="t" r="r" b="b"/>
              <a:pathLst>
                <a:path w="3549275" h="3320936">
                  <a:moveTo>
                    <a:pt x="1935968" y="0"/>
                  </a:moveTo>
                  <a:lnTo>
                    <a:pt x="2425117" y="155987"/>
                  </a:lnTo>
                  <a:lnTo>
                    <a:pt x="2922274" y="519123"/>
                  </a:lnTo>
                  <a:lnTo>
                    <a:pt x="3329605" y="972276"/>
                  </a:lnTo>
                  <a:lnTo>
                    <a:pt x="3549275" y="1398314"/>
                  </a:lnTo>
                  <a:lnTo>
                    <a:pt x="3524700" y="1804374"/>
                  </a:lnTo>
                  <a:lnTo>
                    <a:pt x="3317005" y="2235255"/>
                  </a:lnTo>
                  <a:lnTo>
                    <a:pt x="3004916" y="2630314"/>
                  </a:lnTo>
                  <a:lnTo>
                    <a:pt x="2667159" y="2928907"/>
                  </a:lnTo>
                  <a:lnTo>
                    <a:pt x="2288819" y="3140347"/>
                  </a:lnTo>
                  <a:lnTo>
                    <a:pt x="1844117" y="3285475"/>
                  </a:lnTo>
                  <a:lnTo>
                    <a:pt x="1395487" y="3320936"/>
                  </a:lnTo>
                  <a:lnTo>
                    <a:pt x="1005362" y="3203379"/>
                  </a:lnTo>
                  <a:lnTo>
                    <a:pt x="634741" y="2864246"/>
                  </a:lnTo>
                  <a:lnTo>
                    <a:pt x="273323" y="2348384"/>
                  </a:lnTo>
                  <a:lnTo>
                    <a:pt x="26584" y="1782543"/>
                  </a:lnTo>
                  <a:lnTo>
                    <a:pt x="0" y="1293475"/>
                  </a:lnTo>
                  <a:lnTo>
                    <a:pt x="284387" y="859121"/>
                  </a:lnTo>
                  <a:lnTo>
                    <a:pt x="801044" y="435839"/>
                  </a:lnTo>
                  <a:lnTo>
                    <a:pt x="1401171" y="118006"/>
                  </a:lnTo>
                  <a:lnTo>
                    <a:pt x="1935968" y="0"/>
                  </a:lnTo>
                  <a:lnTo>
                    <a:pt x="1935968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753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389555" y="2583432"/>
              <a:ext cx="3521994" cy="3191937"/>
            </a:xfrm>
            <a:custGeom>
              <a:avLst/>
              <a:gdLst/>
              <a:ahLst/>
              <a:cxnLst/>
              <a:rect l="l" t="t" r="r" b="b"/>
              <a:pathLst>
                <a:path w="3521994" h="3191937">
                  <a:moveTo>
                    <a:pt x="1617111" y="0"/>
                  </a:moveTo>
                  <a:lnTo>
                    <a:pt x="2134930" y="56323"/>
                  </a:lnTo>
                  <a:lnTo>
                    <a:pt x="2716888" y="235711"/>
                  </a:lnTo>
                  <a:lnTo>
                    <a:pt x="3222194" y="511017"/>
                  </a:lnTo>
                  <a:lnTo>
                    <a:pt x="3510058" y="855098"/>
                  </a:lnTo>
                  <a:lnTo>
                    <a:pt x="3521994" y="1331434"/>
                  </a:lnTo>
                  <a:lnTo>
                    <a:pt x="3338343" y="1926100"/>
                  </a:lnTo>
                  <a:lnTo>
                    <a:pt x="3026553" y="2495843"/>
                  </a:lnTo>
                  <a:lnTo>
                    <a:pt x="2654073" y="2897409"/>
                  </a:lnTo>
                  <a:lnTo>
                    <a:pt x="2169585" y="3106717"/>
                  </a:lnTo>
                  <a:lnTo>
                    <a:pt x="1565191" y="3191937"/>
                  </a:lnTo>
                  <a:lnTo>
                    <a:pt x="973463" y="3148191"/>
                  </a:lnTo>
                  <a:lnTo>
                    <a:pt x="526972" y="2970602"/>
                  </a:lnTo>
                  <a:lnTo>
                    <a:pt x="243803" y="2590092"/>
                  </a:lnTo>
                  <a:lnTo>
                    <a:pt x="63317" y="2035072"/>
                  </a:lnTo>
                  <a:lnTo>
                    <a:pt x="0" y="1446898"/>
                  </a:lnTo>
                  <a:lnTo>
                    <a:pt x="68337" y="966927"/>
                  </a:lnTo>
                  <a:lnTo>
                    <a:pt x="306237" y="605470"/>
                  </a:lnTo>
                  <a:lnTo>
                    <a:pt x="692810" y="301217"/>
                  </a:lnTo>
                  <a:lnTo>
                    <a:pt x="1154340" y="88087"/>
                  </a:lnTo>
                  <a:lnTo>
                    <a:pt x="1617111" y="0"/>
                  </a:lnTo>
                  <a:lnTo>
                    <a:pt x="1617111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753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307890" y="1752362"/>
              <a:ext cx="105198" cy="105198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227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448155" y="1699762"/>
              <a:ext cx="503376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307890" y="1927693"/>
              <a:ext cx="105198" cy="105198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227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448155" y="1875094"/>
              <a:ext cx="397300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4943369" y="932688"/>
              <a:ext cx="2126594" cy="273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9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51315"/>
            <a:ext cx="11055095" cy="4557705"/>
            <a:chOff x="566928" y="1351315"/>
            <a:chExt cx="11055095" cy="4557705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455413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892801" y="1610268"/>
              <a:ext cx="11210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976157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892801" y="3131012"/>
              <a:ext cx="1682377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96901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892801" y="4651756"/>
              <a:ext cx="5492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282542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2644542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466550" y="3139094"/>
              <a:ext cx="2161628" cy="108624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207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3819991" y="2910206"/>
              <a:ext cx="3454746" cy="1544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3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5867807" y="4659838"/>
              <a:ext cx="2400603" cy="108624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207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5392687" y="4536127"/>
              <a:ext cx="3350841" cy="13336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508038" y="3139094"/>
              <a:ext cx="2291978" cy="108624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207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133999" y="3045556"/>
              <a:ext cx="3040054" cy="1273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0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039644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8401644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578795" y="2704596"/>
              <a:ext cx="60829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5907636" y="4225340"/>
              <a:ext cx="760372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468209" y="4225340"/>
              <a:ext cx="803821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036023" y="2704596"/>
              <a:ext cx="65174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79117" y="398708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56033" y="318615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56033" y="4991072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75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282995" y="4469037"/>
              <a:ext cx="1769417" cy="5723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755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27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686307" y="1895941"/>
              <a:ext cx="1719339" cy="400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628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472490" y="979653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472490" y="1545642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472490" y="2111631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378973" y="2918466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378973" y="348445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378973" y="405044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