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7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2144188" y="932688"/>
            <a:ext cx="7900575" cy="5394959"/>
            <a:chOff x="2144188" y="932688"/>
            <a:chExt cx="7900575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2451422" y="3852717"/>
              <a:ext cx="7593341" cy="2474930"/>
            </a:xfrm>
            <a:prstGeom prst="roundRect">
              <a:avLst>
                <a:gd name="adj" fmla="val 6000"/>
              </a:avLst>
            </a:prstGeom>
            <a:noFill/>
            <a:ln w="13441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2524574" y="3871005"/>
              <a:ext cx="744703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2144188" y="3852717"/>
              <a:ext cx="307233" cy="2474930"/>
            </a:xfrm>
            <a:prstGeom prst="roundRect">
              <a:avLst>
                <a:gd name="adj" fmla="val 6000"/>
              </a:avLst>
            </a:prstGeom>
            <a:noFill/>
            <a:ln w="13441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2217340" y="3871005"/>
              <a:ext cx="160929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22" name="diagram:swimlanes:text.default:Operations"/>
            <p:cNvSpPr txBox="1"/>
            <p:nvPr/>
          </p:nvSpPr>
          <p:spPr>
            <a:xfrm>
              <a:off x="4612350" y="932688"/>
              <a:ext cx="230424" cy="8445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Operations</a:t>
              </a:r>
            </a:p>
          </p:txBody>
        </p:sp>
        <p:sp>
          <p:nvSpPr>
            <p:cNvPr id="8" name="diagram:swimlanes:group.default:Customer"/>
            <p:cNvSpPr/>
            <p:nvPr/>
          </p:nvSpPr>
          <p:spPr>
            <a:xfrm>
              <a:off x="2451422" y="2199725"/>
              <a:ext cx="7593341" cy="1652991"/>
            </a:xfrm>
            <a:prstGeom prst="roundRect">
              <a:avLst>
                <a:gd name="adj" fmla="val 6000"/>
              </a:avLst>
            </a:prstGeom>
            <a:noFill/>
            <a:ln w="13441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wimlanes:group.default:Customer:label"/>
            <p:cNvSpPr txBox="1"/>
            <p:nvPr/>
          </p:nvSpPr>
          <p:spPr>
            <a:xfrm>
              <a:off x="2524574" y="2218013"/>
              <a:ext cx="744703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10" name="diagram:swimlanes:group.default:Customer"/>
            <p:cNvSpPr/>
            <p:nvPr/>
          </p:nvSpPr>
          <p:spPr>
            <a:xfrm>
              <a:off x="2144188" y="2199725"/>
              <a:ext cx="307233" cy="1652991"/>
            </a:xfrm>
            <a:prstGeom prst="roundRect">
              <a:avLst>
                <a:gd name="adj" fmla="val 6000"/>
              </a:avLst>
            </a:prstGeom>
            <a:noFill/>
            <a:ln w="13441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swimlanes:group.default:Customer:label"/>
            <p:cNvSpPr txBox="1"/>
            <p:nvPr/>
          </p:nvSpPr>
          <p:spPr>
            <a:xfrm>
              <a:off x="2217340" y="2218013"/>
              <a:ext cx="160929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23" name="diagram:swimlanes:text.default:Customer"/>
            <p:cNvSpPr txBox="1"/>
            <p:nvPr/>
          </p:nvSpPr>
          <p:spPr>
            <a:xfrm>
              <a:off x="2597594" y="1031098"/>
              <a:ext cx="230424" cy="7461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</p:txBody>
        </p:sp>
        <p:cxnSp>
          <p:nvCxnSpPr>
            <p:cNvPr id="12" name="diagram:swimlanes:edge.default:request--review:0"/>
            <p:cNvCxnSpPr/>
            <p:nvPr/>
          </p:nvCxnSpPr>
          <p:spPr>
            <a:xfrm>
              <a:off x="5024146" y="3063819"/>
              <a:ext cx="291" cy="1582305"/>
            </a:xfrm>
            <a:prstGeom prst="line">
              <a:avLst/>
            </a:prstGeom>
            <a:ln w="96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swimlanes:edge.default:review--fulfill:0"/>
            <p:cNvCxnSpPr/>
            <p:nvPr/>
          </p:nvCxnSpPr>
          <p:spPr>
            <a:xfrm>
              <a:off x="5694344" y="5311812"/>
              <a:ext cx="2934790" cy="0"/>
            </a:xfrm>
            <a:prstGeom prst="line">
              <a:avLst/>
            </a:prstGeom>
            <a:ln w="96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swimlanes:edge.default:review--fulfill"/>
            <p:cNvSpPr/>
            <p:nvPr/>
          </p:nvSpPr>
          <p:spPr>
            <a:xfrm>
              <a:off x="7161739" y="5311812"/>
              <a:ext cx="960" cy="96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gram:swimlanes:edge.label:review--fulfill"/>
            <p:cNvSpPr txBox="1"/>
            <p:nvPr/>
          </p:nvSpPr>
          <p:spPr>
            <a:xfrm>
              <a:off x="7037750" y="5196600"/>
              <a:ext cx="247976" cy="2304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4" name="diagram:swimlanes:edge.default:fulfill--receive:0"/>
            <p:cNvCxnSpPr/>
            <p:nvPr/>
          </p:nvCxnSpPr>
          <p:spPr>
            <a:xfrm flipV="1">
              <a:off x="9118262" y="3063819"/>
              <a:ext cx="0" cy="1988765"/>
            </a:xfrm>
            <a:prstGeom prst="line">
              <a:avLst/>
            </a:prstGeom>
            <a:ln w="96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request:0"/>
            <p:cNvCxnSpPr/>
            <p:nvPr/>
          </p:nvCxnSpPr>
          <p:spPr>
            <a:xfrm flipV="1">
              <a:off x="5135324" y="3063819"/>
              <a:ext cx="4476" cy="1688974"/>
            </a:xfrm>
            <a:prstGeom prst="line">
              <a:avLst/>
            </a:prstGeom>
            <a:ln w="96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swimlanes:edge.default:review--request"/>
            <p:cNvSpPr/>
            <p:nvPr/>
          </p:nvSpPr>
          <p:spPr>
            <a:xfrm>
              <a:off x="5157435" y="4247166"/>
              <a:ext cx="960" cy="96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5052949" y="4131953"/>
              <a:ext cx="208972" cy="2304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6" name="diagram:swimlanes:node.default:request"/>
            <p:cNvSpPr/>
            <p:nvPr/>
          </p:nvSpPr>
          <p:spPr>
            <a:xfrm>
              <a:off x="4147226" y="2545362"/>
              <a:ext cx="1753840" cy="518456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swimlanes:text.default:request"/>
            <p:cNvSpPr txBox="1"/>
            <p:nvPr/>
          </p:nvSpPr>
          <p:spPr>
            <a:xfrm>
              <a:off x="4435257" y="2689378"/>
              <a:ext cx="1177777" cy="2304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17" name="diagram:swimlanes:node.default:receive"/>
            <p:cNvSpPr/>
            <p:nvPr/>
          </p:nvSpPr>
          <p:spPr>
            <a:xfrm>
              <a:off x="8287772" y="2545362"/>
              <a:ext cx="1660980" cy="518456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receive"/>
            <p:cNvSpPr txBox="1"/>
            <p:nvPr/>
          </p:nvSpPr>
          <p:spPr>
            <a:xfrm>
              <a:off x="8575803" y="2689378"/>
              <a:ext cx="1084917" cy="2304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18" name="diagram:swimlanes:node.default:review"/>
            <p:cNvSpPr/>
            <p:nvPr/>
          </p:nvSpPr>
          <p:spPr>
            <a:xfrm>
              <a:off x="4358749" y="4641615"/>
              <a:ext cx="1340395" cy="1340395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swimlanes:text.default:review"/>
            <p:cNvSpPr txBox="1"/>
            <p:nvPr/>
          </p:nvSpPr>
          <p:spPr>
            <a:xfrm>
              <a:off x="4613176" y="5196600"/>
              <a:ext cx="821939" cy="2304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19" name="diagram:swimlanes:node.default:fulfill"/>
            <p:cNvSpPr/>
            <p:nvPr/>
          </p:nvSpPr>
          <p:spPr>
            <a:xfrm>
              <a:off x="8629134" y="5052584"/>
              <a:ext cx="978256" cy="518456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344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text.default:fulfill"/>
            <p:cNvSpPr txBox="1"/>
            <p:nvPr/>
          </p:nvSpPr>
          <p:spPr>
            <a:xfrm>
              <a:off x="8917165" y="5196600"/>
              <a:ext cx="402193" cy="2304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3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53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109728" rIns="109728" tIns="36576" bIns="36576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7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71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128" name="diagram:journey"/>
          <p:cNvGrpSpPr/>
          <p:nvPr/>
        </p:nvGrpSpPr>
        <p:grpSpPr>
          <a:xfrm>
            <a:off x="566928" y="979998"/>
            <a:ext cx="11055095" cy="5300339"/>
            <a:chOff x="566928" y="979998"/>
            <a:chExt cx="11055095" cy="5300339"/>
          </a:xfrm>
        </p:grpSpPr>
        <p:cxnSp>
          <p:nvCxnSpPr>
            <p:cNvPr id="4" name="diagram:journey:edge.default:task0:0"/>
            <p:cNvCxnSpPr/>
            <p:nvPr/>
          </p:nvCxnSpPr>
          <p:spPr>
            <a:xfrm>
              <a:off x="3209183" y="2042758"/>
              <a:ext cx="0" cy="4237579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journey:edge.default:svg-16:0"/>
            <p:cNvCxnSpPr/>
            <p:nvPr/>
          </p:nvCxnSpPr>
          <p:spPr>
            <a:xfrm flipH="1">
              <a:off x="3299474" y="4809648"/>
              <a:ext cx="3185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journey:edge.default:svg-16:1"/>
            <p:cNvCxnSpPr/>
            <p:nvPr/>
          </p:nvCxnSpPr>
          <p:spPr>
            <a:xfrm flipH="1">
              <a:off x="3290135" y="4833841"/>
              <a:ext cx="9339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journey:edge.default:svg-16:2"/>
            <p:cNvCxnSpPr/>
            <p:nvPr/>
          </p:nvCxnSpPr>
          <p:spPr>
            <a:xfrm flipH="1">
              <a:off x="3275280" y="4856386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journey:edge.default:svg-16:3"/>
            <p:cNvCxnSpPr/>
            <p:nvPr/>
          </p:nvCxnSpPr>
          <p:spPr>
            <a:xfrm flipH="1">
              <a:off x="3255921" y="4875745"/>
              <a:ext cx="19359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journey:edge.default:svg-16:4"/>
            <p:cNvCxnSpPr/>
            <p:nvPr/>
          </p:nvCxnSpPr>
          <p:spPr>
            <a:xfrm flipH="1">
              <a:off x="3233376" y="4890600"/>
              <a:ext cx="22545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journey:edge.default:svg-16:5"/>
            <p:cNvCxnSpPr/>
            <p:nvPr/>
          </p:nvCxnSpPr>
          <p:spPr>
            <a:xfrm flipH="1">
              <a:off x="3209183" y="4899939"/>
              <a:ext cx="24193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journey:edge.default:svg-16:6"/>
            <p:cNvCxnSpPr/>
            <p:nvPr/>
          </p:nvCxnSpPr>
          <p:spPr>
            <a:xfrm flipH="1" flipV="1">
              <a:off x="3184989" y="4899939"/>
              <a:ext cx="24194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journey:edge.default:svg-16:7"/>
            <p:cNvCxnSpPr/>
            <p:nvPr/>
          </p:nvCxnSpPr>
          <p:spPr>
            <a:xfrm flipH="1" flipV="1">
              <a:off x="3162445" y="4890600"/>
              <a:ext cx="22544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journey:edge.default:svg-16:8"/>
            <p:cNvCxnSpPr/>
            <p:nvPr/>
          </p:nvCxnSpPr>
          <p:spPr>
            <a:xfrm flipH="1" flipV="1">
              <a:off x="3143085" y="4875745"/>
              <a:ext cx="19360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journey:edge.default:svg-16:9"/>
            <p:cNvCxnSpPr/>
            <p:nvPr/>
          </p:nvCxnSpPr>
          <p:spPr>
            <a:xfrm flipH="1" flipV="1">
              <a:off x="3128230" y="4856386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journey:edge.default:svg-16:10"/>
            <p:cNvCxnSpPr/>
            <p:nvPr/>
          </p:nvCxnSpPr>
          <p:spPr>
            <a:xfrm flipH="1" flipV="1">
              <a:off x="3118892" y="4833841"/>
              <a:ext cx="9338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journey:edge.default:svg-16:11"/>
            <p:cNvCxnSpPr/>
            <p:nvPr/>
          </p:nvCxnSpPr>
          <p:spPr>
            <a:xfrm flipH="1" flipV="1">
              <a:off x="3115707" y="4809648"/>
              <a:ext cx="3185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journey:edge.default:svg-16:12"/>
            <p:cNvCxnSpPr/>
            <p:nvPr/>
          </p:nvCxnSpPr>
          <p:spPr>
            <a:xfrm>
              <a:off x="3115707" y="4809648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journey:edge.default:svg-16:13"/>
            <p:cNvCxnSpPr/>
            <p:nvPr/>
          </p:nvCxnSpPr>
          <p:spPr>
            <a:xfrm>
              <a:off x="3124207" y="4809648"/>
              <a:ext cx="2895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journey:edge.default:svg-16:14"/>
            <p:cNvCxnSpPr/>
            <p:nvPr/>
          </p:nvCxnSpPr>
          <p:spPr>
            <a:xfrm>
              <a:off x="3127102" y="4831641"/>
              <a:ext cx="8489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journey:edge.default:svg-16:15"/>
            <p:cNvCxnSpPr/>
            <p:nvPr/>
          </p:nvCxnSpPr>
          <p:spPr>
            <a:xfrm>
              <a:off x="3135591" y="4852136"/>
              <a:ext cx="13505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journey:edge.default:svg-16:16"/>
            <p:cNvCxnSpPr/>
            <p:nvPr/>
          </p:nvCxnSpPr>
          <p:spPr>
            <a:xfrm>
              <a:off x="3149096" y="4869735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journey:edge.default:svg-16:17"/>
            <p:cNvCxnSpPr/>
            <p:nvPr/>
          </p:nvCxnSpPr>
          <p:spPr>
            <a:xfrm>
              <a:off x="3166695" y="4883239"/>
              <a:ext cx="20494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journey:edge.default:svg-16:18"/>
            <p:cNvCxnSpPr/>
            <p:nvPr/>
          </p:nvCxnSpPr>
          <p:spPr>
            <a:xfrm>
              <a:off x="3187189" y="4891728"/>
              <a:ext cx="21994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journey:edge.default:svg-16:19"/>
            <p:cNvCxnSpPr/>
            <p:nvPr/>
          </p:nvCxnSpPr>
          <p:spPr>
            <a:xfrm flipV="1">
              <a:off x="3209183" y="4891728"/>
              <a:ext cx="21993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journey:edge.default:svg-16:20"/>
            <p:cNvCxnSpPr/>
            <p:nvPr/>
          </p:nvCxnSpPr>
          <p:spPr>
            <a:xfrm flipV="1">
              <a:off x="3231176" y="4883239"/>
              <a:ext cx="20495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journey:edge.default:svg-16:21"/>
            <p:cNvCxnSpPr/>
            <p:nvPr/>
          </p:nvCxnSpPr>
          <p:spPr>
            <a:xfrm flipV="1">
              <a:off x="3251671" y="4869735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journey:edge.default:svg-16:22"/>
            <p:cNvCxnSpPr/>
            <p:nvPr/>
          </p:nvCxnSpPr>
          <p:spPr>
            <a:xfrm flipV="1">
              <a:off x="3269270" y="4852136"/>
              <a:ext cx="13504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journey:edge.default:svg-16:23"/>
            <p:cNvCxnSpPr/>
            <p:nvPr/>
          </p:nvCxnSpPr>
          <p:spPr>
            <a:xfrm flipV="1">
              <a:off x="3282774" y="4831641"/>
              <a:ext cx="8489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journey:edge.default:svg-16:24"/>
            <p:cNvCxnSpPr/>
            <p:nvPr/>
          </p:nvCxnSpPr>
          <p:spPr>
            <a:xfrm flipV="1">
              <a:off x="3291263" y="4809648"/>
              <a:ext cx="2896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journey:edge.default:svg-16:25"/>
            <p:cNvCxnSpPr/>
            <p:nvPr/>
          </p:nvCxnSpPr>
          <p:spPr>
            <a:xfrm>
              <a:off x="3294159" y="4809648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journey:edge.default:task1:0"/>
            <p:cNvCxnSpPr/>
            <p:nvPr/>
          </p:nvCxnSpPr>
          <p:spPr>
            <a:xfrm>
              <a:off x="5701876" y="2042758"/>
              <a:ext cx="0" cy="4237579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journey:edge.default:svg-28:0"/>
            <p:cNvCxnSpPr/>
            <p:nvPr/>
          </p:nvCxnSpPr>
          <p:spPr>
            <a:xfrm>
              <a:off x="5639559" y="5245869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journey:edge.default:task2:0"/>
            <p:cNvCxnSpPr/>
            <p:nvPr/>
          </p:nvCxnSpPr>
          <p:spPr>
            <a:xfrm>
              <a:off x="8194570" y="2042758"/>
              <a:ext cx="0" cy="4237579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journey:edge.default:svg-45:0"/>
            <p:cNvCxnSpPr/>
            <p:nvPr/>
          </p:nvCxnSpPr>
          <p:spPr>
            <a:xfrm flipH="1">
              <a:off x="8284861" y="4435744"/>
              <a:ext cx="3185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journey:edge.default:svg-45:1"/>
            <p:cNvCxnSpPr/>
            <p:nvPr/>
          </p:nvCxnSpPr>
          <p:spPr>
            <a:xfrm flipH="1">
              <a:off x="8275522" y="4459937"/>
              <a:ext cx="9339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journey:edge.default:svg-45:2"/>
            <p:cNvCxnSpPr/>
            <p:nvPr/>
          </p:nvCxnSpPr>
          <p:spPr>
            <a:xfrm flipH="1">
              <a:off x="8260667" y="4482482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journey:edge.default:svg-45:3"/>
            <p:cNvCxnSpPr/>
            <p:nvPr/>
          </p:nvCxnSpPr>
          <p:spPr>
            <a:xfrm flipH="1">
              <a:off x="8241308" y="4501841"/>
              <a:ext cx="19359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journey:edge.default:svg-45:4"/>
            <p:cNvCxnSpPr/>
            <p:nvPr/>
          </p:nvCxnSpPr>
          <p:spPr>
            <a:xfrm flipH="1">
              <a:off x="8218763" y="4516696"/>
              <a:ext cx="22545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journey:edge.default:svg-45:5"/>
            <p:cNvCxnSpPr/>
            <p:nvPr/>
          </p:nvCxnSpPr>
          <p:spPr>
            <a:xfrm flipH="1">
              <a:off x="8194570" y="4526035"/>
              <a:ext cx="24193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journey:edge.default:svg-45:6"/>
            <p:cNvCxnSpPr/>
            <p:nvPr/>
          </p:nvCxnSpPr>
          <p:spPr>
            <a:xfrm flipH="1" flipV="1">
              <a:off x="8170376" y="4526035"/>
              <a:ext cx="24194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journey:edge.default:svg-45:7"/>
            <p:cNvCxnSpPr/>
            <p:nvPr/>
          </p:nvCxnSpPr>
          <p:spPr>
            <a:xfrm flipH="1" flipV="1">
              <a:off x="8147832" y="4516696"/>
              <a:ext cx="22544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journey:edge.default:svg-45:8"/>
            <p:cNvCxnSpPr/>
            <p:nvPr/>
          </p:nvCxnSpPr>
          <p:spPr>
            <a:xfrm flipH="1" flipV="1">
              <a:off x="8128472" y="4501841"/>
              <a:ext cx="19360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journey:edge.default:svg-45:9"/>
            <p:cNvCxnSpPr/>
            <p:nvPr/>
          </p:nvCxnSpPr>
          <p:spPr>
            <a:xfrm flipH="1" flipV="1">
              <a:off x="8113617" y="4482482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journey:edge.default:svg-45:10"/>
            <p:cNvCxnSpPr/>
            <p:nvPr/>
          </p:nvCxnSpPr>
          <p:spPr>
            <a:xfrm flipH="1" flipV="1">
              <a:off x="8104279" y="4459937"/>
              <a:ext cx="9338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journey:edge.default:svg-45:11"/>
            <p:cNvCxnSpPr/>
            <p:nvPr/>
          </p:nvCxnSpPr>
          <p:spPr>
            <a:xfrm flipH="1" flipV="1">
              <a:off x="8101094" y="4435744"/>
              <a:ext cx="3185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journey:edge.default:svg-45:12"/>
            <p:cNvCxnSpPr/>
            <p:nvPr/>
          </p:nvCxnSpPr>
          <p:spPr>
            <a:xfrm>
              <a:off x="8101094" y="4435744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journey:edge.default:svg-45:13"/>
            <p:cNvCxnSpPr/>
            <p:nvPr/>
          </p:nvCxnSpPr>
          <p:spPr>
            <a:xfrm>
              <a:off x="8109594" y="4435744"/>
              <a:ext cx="2895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journey:edge.default:svg-45:14"/>
            <p:cNvCxnSpPr/>
            <p:nvPr/>
          </p:nvCxnSpPr>
          <p:spPr>
            <a:xfrm>
              <a:off x="8112489" y="4457737"/>
              <a:ext cx="8490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journey:edge.default:svg-45:15"/>
            <p:cNvCxnSpPr/>
            <p:nvPr/>
          </p:nvCxnSpPr>
          <p:spPr>
            <a:xfrm>
              <a:off x="8120979" y="4478232"/>
              <a:ext cx="13504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journey:edge.default:svg-45:16"/>
            <p:cNvCxnSpPr/>
            <p:nvPr/>
          </p:nvCxnSpPr>
          <p:spPr>
            <a:xfrm>
              <a:off x="8134483" y="4495831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journey:edge.default:svg-45:17"/>
            <p:cNvCxnSpPr/>
            <p:nvPr/>
          </p:nvCxnSpPr>
          <p:spPr>
            <a:xfrm>
              <a:off x="8152082" y="4509335"/>
              <a:ext cx="20494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journey:edge.default:svg-45:18"/>
            <p:cNvCxnSpPr/>
            <p:nvPr/>
          </p:nvCxnSpPr>
          <p:spPr>
            <a:xfrm>
              <a:off x="8172576" y="4517824"/>
              <a:ext cx="21994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journey:edge.default:svg-45:19"/>
            <p:cNvCxnSpPr/>
            <p:nvPr/>
          </p:nvCxnSpPr>
          <p:spPr>
            <a:xfrm flipV="1">
              <a:off x="8194570" y="4517824"/>
              <a:ext cx="21993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journey:edge.default:svg-45:20"/>
            <p:cNvCxnSpPr/>
            <p:nvPr/>
          </p:nvCxnSpPr>
          <p:spPr>
            <a:xfrm flipV="1">
              <a:off x="8216563" y="4509335"/>
              <a:ext cx="20495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journey:edge.default:svg-45:21"/>
            <p:cNvCxnSpPr/>
            <p:nvPr/>
          </p:nvCxnSpPr>
          <p:spPr>
            <a:xfrm flipV="1">
              <a:off x="8237058" y="4495831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journey:edge.default:svg-45:22"/>
            <p:cNvCxnSpPr/>
            <p:nvPr/>
          </p:nvCxnSpPr>
          <p:spPr>
            <a:xfrm flipV="1">
              <a:off x="8254657" y="4478232"/>
              <a:ext cx="13504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journey:edge.default:svg-45:23"/>
            <p:cNvCxnSpPr/>
            <p:nvPr/>
          </p:nvCxnSpPr>
          <p:spPr>
            <a:xfrm flipV="1">
              <a:off x="8268161" y="4457737"/>
              <a:ext cx="8489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journey:edge.default:svg-45:24"/>
            <p:cNvCxnSpPr/>
            <p:nvPr/>
          </p:nvCxnSpPr>
          <p:spPr>
            <a:xfrm flipV="1">
              <a:off x="8276650" y="4435744"/>
              <a:ext cx="2896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journey:edge.default:svg-45:25"/>
            <p:cNvCxnSpPr/>
            <p:nvPr/>
          </p:nvCxnSpPr>
          <p:spPr>
            <a:xfrm>
              <a:off x="8279546" y="4435744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journey:edge.default:task3:0"/>
            <p:cNvCxnSpPr/>
            <p:nvPr/>
          </p:nvCxnSpPr>
          <p:spPr>
            <a:xfrm>
              <a:off x="10687263" y="2042758"/>
              <a:ext cx="0" cy="4237579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journey:edge.default:svg-57:0"/>
            <p:cNvCxnSpPr/>
            <p:nvPr/>
          </p:nvCxnSpPr>
          <p:spPr>
            <a:xfrm flipH="1">
              <a:off x="10777554" y="4809648"/>
              <a:ext cx="3185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journey:edge.default:svg-57:1"/>
            <p:cNvCxnSpPr/>
            <p:nvPr/>
          </p:nvCxnSpPr>
          <p:spPr>
            <a:xfrm flipH="1">
              <a:off x="10768216" y="4833841"/>
              <a:ext cx="9338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journey:edge.default:svg-57:2"/>
            <p:cNvCxnSpPr/>
            <p:nvPr/>
          </p:nvCxnSpPr>
          <p:spPr>
            <a:xfrm flipH="1">
              <a:off x="10753361" y="4856386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journey:edge.default:svg-57:3"/>
            <p:cNvCxnSpPr/>
            <p:nvPr/>
          </p:nvCxnSpPr>
          <p:spPr>
            <a:xfrm flipH="1">
              <a:off x="10734001" y="4875745"/>
              <a:ext cx="19360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journey:edge.default:svg-57:4"/>
            <p:cNvCxnSpPr/>
            <p:nvPr/>
          </p:nvCxnSpPr>
          <p:spPr>
            <a:xfrm flipH="1">
              <a:off x="10711457" y="4890600"/>
              <a:ext cx="22544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journey:edge.default:svg-57:5"/>
            <p:cNvCxnSpPr/>
            <p:nvPr/>
          </p:nvCxnSpPr>
          <p:spPr>
            <a:xfrm flipH="1">
              <a:off x="10687263" y="4899939"/>
              <a:ext cx="24194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journey:edge.default:svg-57:6"/>
            <p:cNvCxnSpPr/>
            <p:nvPr/>
          </p:nvCxnSpPr>
          <p:spPr>
            <a:xfrm flipH="1" flipV="1">
              <a:off x="10663070" y="4899939"/>
              <a:ext cx="24193" cy="318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journey:edge.default:svg-57:7"/>
            <p:cNvCxnSpPr/>
            <p:nvPr/>
          </p:nvCxnSpPr>
          <p:spPr>
            <a:xfrm flipH="1" flipV="1">
              <a:off x="10640525" y="4890600"/>
              <a:ext cx="22545" cy="933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journey:edge.default:svg-57:8"/>
            <p:cNvCxnSpPr/>
            <p:nvPr/>
          </p:nvCxnSpPr>
          <p:spPr>
            <a:xfrm flipH="1" flipV="1">
              <a:off x="10621166" y="4875745"/>
              <a:ext cx="19359" cy="1485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journey:edge.default:svg-57:9"/>
            <p:cNvCxnSpPr/>
            <p:nvPr/>
          </p:nvCxnSpPr>
          <p:spPr>
            <a:xfrm flipH="1" flipV="1">
              <a:off x="10606311" y="4856386"/>
              <a:ext cx="14855" cy="1935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journey:edge.default:svg-57:10"/>
            <p:cNvCxnSpPr/>
            <p:nvPr/>
          </p:nvCxnSpPr>
          <p:spPr>
            <a:xfrm flipH="1" flipV="1">
              <a:off x="10596973" y="4833841"/>
              <a:ext cx="9338" cy="2254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journey:edge.default:svg-57:11"/>
            <p:cNvCxnSpPr/>
            <p:nvPr/>
          </p:nvCxnSpPr>
          <p:spPr>
            <a:xfrm flipH="1" flipV="1">
              <a:off x="10593787" y="4809648"/>
              <a:ext cx="3186" cy="241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journey:edge.default:svg-57:12"/>
            <p:cNvCxnSpPr/>
            <p:nvPr/>
          </p:nvCxnSpPr>
          <p:spPr>
            <a:xfrm>
              <a:off x="10593787" y="4809648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journey:edge.default:svg-57:13"/>
            <p:cNvCxnSpPr/>
            <p:nvPr/>
          </p:nvCxnSpPr>
          <p:spPr>
            <a:xfrm>
              <a:off x="10602287" y="4809648"/>
              <a:ext cx="2896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journey:edge.default:svg-57:14"/>
            <p:cNvCxnSpPr/>
            <p:nvPr/>
          </p:nvCxnSpPr>
          <p:spPr>
            <a:xfrm>
              <a:off x="10605183" y="4831641"/>
              <a:ext cx="8489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journey:edge.default:svg-57:15"/>
            <p:cNvCxnSpPr/>
            <p:nvPr/>
          </p:nvCxnSpPr>
          <p:spPr>
            <a:xfrm>
              <a:off x="10613672" y="4852136"/>
              <a:ext cx="13504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journey:edge.default:svg-57:16"/>
            <p:cNvCxnSpPr/>
            <p:nvPr/>
          </p:nvCxnSpPr>
          <p:spPr>
            <a:xfrm>
              <a:off x="10627176" y="4869735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journey:edge.default:svg-57:17"/>
            <p:cNvCxnSpPr/>
            <p:nvPr/>
          </p:nvCxnSpPr>
          <p:spPr>
            <a:xfrm>
              <a:off x="10644775" y="4883239"/>
              <a:ext cx="20495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journey:edge.default:svg-57:18"/>
            <p:cNvCxnSpPr/>
            <p:nvPr/>
          </p:nvCxnSpPr>
          <p:spPr>
            <a:xfrm>
              <a:off x="10665270" y="4891728"/>
              <a:ext cx="21993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journey:edge.default:svg-57:19"/>
            <p:cNvCxnSpPr/>
            <p:nvPr/>
          </p:nvCxnSpPr>
          <p:spPr>
            <a:xfrm flipV="1">
              <a:off x="10687263" y="4891728"/>
              <a:ext cx="21994" cy="2896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journey:edge.default:svg-57:20"/>
            <p:cNvCxnSpPr/>
            <p:nvPr/>
          </p:nvCxnSpPr>
          <p:spPr>
            <a:xfrm flipV="1">
              <a:off x="10709257" y="4883239"/>
              <a:ext cx="20494" cy="848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journey:edge.default:svg-57:21"/>
            <p:cNvCxnSpPr/>
            <p:nvPr/>
          </p:nvCxnSpPr>
          <p:spPr>
            <a:xfrm flipV="1">
              <a:off x="10729751" y="4869735"/>
              <a:ext cx="17599" cy="13504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journey:edge.default:svg-57:22"/>
            <p:cNvCxnSpPr/>
            <p:nvPr/>
          </p:nvCxnSpPr>
          <p:spPr>
            <a:xfrm flipV="1">
              <a:off x="10747350" y="4852136"/>
              <a:ext cx="13505" cy="17599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journey:edge.default:svg-57:23"/>
            <p:cNvCxnSpPr/>
            <p:nvPr/>
          </p:nvCxnSpPr>
          <p:spPr>
            <a:xfrm flipV="1">
              <a:off x="10760855" y="4831641"/>
              <a:ext cx="8489" cy="20495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journey:edge.default:svg-57:24"/>
            <p:cNvCxnSpPr/>
            <p:nvPr/>
          </p:nvCxnSpPr>
          <p:spPr>
            <a:xfrm flipV="1">
              <a:off x="10769344" y="4809648"/>
              <a:ext cx="2895" cy="21993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journey:edge.default:svg-57:25"/>
            <p:cNvCxnSpPr/>
            <p:nvPr/>
          </p:nvCxnSpPr>
          <p:spPr>
            <a:xfrm>
              <a:off x="10772239" y="4809648"/>
              <a:ext cx="8500" cy="0"/>
            </a:xfrm>
            <a:prstGeom prst="line">
              <a:avLst/>
            </a:prstGeom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journey:edge.default:svg-65:0"/>
            <p:cNvCxnSpPr/>
            <p:nvPr/>
          </p:nvCxnSpPr>
          <p:spPr>
            <a:xfrm>
              <a:off x="2849660" y="2665931"/>
              <a:ext cx="8417634" cy="0"/>
            </a:xfrm>
            <a:prstGeom prst="line">
              <a:avLst/>
            </a:prstGeom>
            <a:ln w="49853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diagram:journey:sequence.participant:svg-1"/>
            <p:cNvSpPr/>
            <p:nvPr/>
          </p:nvSpPr>
          <p:spPr>
            <a:xfrm>
              <a:off x="566928" y="1332340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diagram:journey:sequence.participant:svg-3"/>
            <p:cNvSpPr/>
            <p:nvPr/>
          </p:nvSpPr>
          <p:spPr>
            <a:xfrm>
              <a:off x="566928" y="1581610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diagram:journey:node.default:svg-6"/>
            <p:cNvSpPr/>
            <p:nvPr/>
          </p:nvSpPr>
          <p:spPr>
            <a:xfrm>
              <a:off x="2274423" y="1294950"/>
              <a:ext cx="4362213" cy="623173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diagram:journey:node.default:svg-12"/>
            <p:cNvSpPr/>
            <p:nvPr/>
          </p:nvSpPr>
          <p:spPr>
            <a:xfrm>
              <a:off x="3022231" y="4597769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diagram:journey:node.default:svg-14"/>
            <p:cNvSpPr/>
            <p:nvPr/>
          </p:nvSpPr>
          <p:spPr>
            <a:xfrm>
              <a:off x="3128170" y="470370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diagram:journey:node.default:svg-15"/>
            <p:cNvSpPr/>
            <p:nvPr/>
          </p:nvSpPr>
          <p:spPr>
            <a:xfrm>
              <a:off x="3252805" y="470370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diagram:journey:node.default:svg-17"/>
            <p:cNvSpPr/>
            <p:nvPr/>
          </p:nvSpPr>
          <p:spPr>
            <a:xfrm>
              <a:off x="2274423" y="2042758"/>
              <a:ext cx="1869520" cy="623173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journey:sequence.participant:svg-18"/>
            <p:cNvSpPr/>
            <p:nvPr/>
          </p:nvSpPr>
          <p:spPr>
            <a:xfrm>
              <a:off x="2361667" y="1955514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diagram:journey:node.default:svg-24"/>
            <p:cNvSpPr/>
            <p:nvPr/>
          </p:nvSpPr>
          <p:spPr>
            <a:xfrm>
              <a:off x="5514924" y="4971673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diagram:journey:node.default:svg-26"/>
            <p:cNvSpPr/>
            <p:nvPr/>
          </p:nvSpPr>
          <p:spPr>
            <a:xfrm>
              <a:off x="5620864" y="5077612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diagram:journey:node.default:svg-27"/>
            <p:cNvSpPr/>
            <p:nvPr/>
          </p:nvSpPr>
          <p:spPr>
            <a:xfrm>
              <a:off x="5745498" y="5077612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diagram:journey:node.default:svg-29"/>
            <p:cNvSpPr/>
            <p:nvPr/>
          </p:nvSpPr>
          <p:spPr>
            <a:xfrm>
              <a:off x="4767116" y="2042758"/>
              <a:ext cx="1869520" cy="623173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diagram:journey:sequence.participant:svg-30"/>
            <p:cNvSpPr/>
            <p:nvPr/>
          </p:nvSpPr>
          <p:spPr>
            <a:xfrm>
              <a:off x="4854360" y="1955514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1" name="diagram:journey:node.default:svg-35"/>
            <p:cNvSpPr/>
            <p:nvPr/>
          </p:nvSpPr>
          <p:spPr>
            <a:xfrm>
              <a:off x="7259810" y="1294950"/>
              <a:ext cx="4362213" cy="623173"/>
            </a:xfrm>
            <a:prstGeom prst="roundRect">
              <a:avLst/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diagram:journey:node.default:svg-41"/>
            <p:cNvSpPr/>
            <p:nvPr/>
          </p:nvSpPr>
          <p:spPr>
            <a:xfrm>
              <a:off x="8007618" y="4223865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diagram:journey:node.default:svg-43"/>
            <p:cNvSpPr/>
            <p:nvPr/>
          </p:nvSpPr>
          <p:spPr>
            <a:xfrm>
              <a:off x="8113557" y="432980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diagram:journey:node.default:svg-44"/>
            <p:cNvSpPr/>
            <p:nvPr/>
          </p:nvSpPr>
          <p:spPr>
            <a:xfrm>
              <a:off x="8238192" y="432980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diagram:journey:node.default:svg-46"/>
            <p:cNvSpPr/>
            <p:nvPr/>
          </p:nvSpPr>
          <p:spPr>
            <a:xfrm>
              <a:off x="7259810" y="2042758"/>
              <a:ext cx="1869520" cy="623173"/>
            </a:xfrm>
            <a:prstGeom prst="roundRect">
              <a:avLst/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diagram:journey:sequence.participant:svg-47"/>
            <p:cNvSpPr/>
            <p:nvPr/>
          </p:nvSpPr>
          <p:spPr>
            <a:xfrm>
              <a:off x="7347054" y="1955514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diagram:journey:node.default:svg-53"/>
            <p:cNvSpPr/>
            <p:nvPr/>
          </p:nvSpPr>
          <p:spPr>
            <a:xfrm>
              <a:off x="10500311" y="4597769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diagram:journey:node.default:svg-55"/>
            <p:cNvSpPr/>
            <p:nvPr/>
          </p:nvSpPr>
          <p:spPr>
            <a:xfrm>
              <a:off x="10606251" y="470370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diagram:journey:node.default:svg-56"/>
            <p:cNvSpPr/>
            <p:nvPr/>
          </p:nvSpPr>
          <p:spPr>
            <a:xfrm>
              <a:off x="10730886" y="470370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diagram:journey:node.default:svg-58"/>
            <p:cNvSpPr/>
            <p:nvPr/>
          </p:nvSpPr>
          <p:spPr>
            <a:xfrm>
              <a:off x="9752503" y="2042758"/>
              <a:ext cx="1869520" cy="623173"/>
            </a:xfrm>
            <a:prstGeom prst="roundRect">
              <a:avLst/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diagram:journey:sequence.participant:svg-59"/>
            <p:cNvSpPr/>
            <p:nvPr/>
          </p:nvSpPr>
          <p:spPr>
            <a:xfrm>
              <a:off x="9839748" y="1955514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diagram:journey:sequence.participant:svg-60"/>
            <p:cNvSpPr/>
            <p:nvPr/>
          </p:nvSpPr>
          <p:spPr>
            <a:xfrm>
              <a:off x="9964382" y="1955514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diagram:journey:text.default:svg-2"/>
            <p:cNvSpPr txBox="1"/>
            <p:nvPr/>
          </p:nvSpPr>
          <p:spPr>
            <a:xfrm>
              <a:off x="879449" y="1495051"/>
              <a:ext cx="47984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114" name="diagram:journey:text.default:svg-4"/>
            <p:cNvSpPr txBox="1"/>
            <p:nvPr/>
          </p:nvSpPr>
          <p:spPr>
            <a:xfrm>
              <a:off x="884247" y="1744320"/>
              <a:ext cx="38387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115" name="diagram:journey:text.default:svg-8"/>
            <p:cNvSpPr txBox="1"/>
            <p:nvPr/>
          </p:nvSpPr>
          <p:spPr>
            <a:xfrm>
              <a:off x="2274423" y="1294950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Discover</a:t>
              </a:r>
            </a:p>
          </p:txBody>
        </p:sp>
        <p:sp>
          <p:nvSpPr>
            <p:cNvPr id="116" name="diagram:journey:text.default:svg-9"/>
            <p:cNvSpPr txBox="1"/>
            <p:nvPr/>
          </p:nvSpPr>
          <p:spPr>
            <a:xfrm>
              <a:off x="4417142" y="1594759"/>
              <a:ext cx="76774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Discover</a:t>
              </a:r>
            </a:p>
          </p:txBody>
        </p:sp>
        <p:sp>
          <p:nvSpPr>
            <p:cNvPr id="117" name="diagram:journey:text.default:svg-20"/>
            <p:cNvSpPr txBox="1"/>
            <p:nvPr/>
          </p:nvSpPr>
          <p:spPr>
            <a:xfrm>
              <a:off x="2274423" y="2042758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Visit site</a:t>
              </a:r>
            </a:p>
          </p:txBody>
        </p:sp>
        <p:sp>
          <p:nvSpPr>
            <p:cNvPr id="118" name="diagram:journey:text.default:svg-21"/>
            <p:cNvSpPr txBox="1"/>
            <p:nvPr/>
          </p:nvSpPr>
          <p:spPr>
            <a:xfrm>
              <a:off x="3161198" y="2342567"/>
              <a:ext cx="95968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sp>
          <p:nvSpPr>
            <p:cNvPr id="119" name="diagram:journey:text.default:svg-32"/>
            <p:cNvSpPr txBox="1"/>
            <p:nvPr/>
          </p:nvSpPr>
          <p:spPr>
            <a:xfrm>
              <a:off x="4767116" y="2042758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Compare plans</a:t>
              </a:r>
            </a:p>
          </p:txBody>
        </p:sp>
        <p:sp>
          <p:nvSpPr>
            <p:cNvPr id="120" name="diagram:journey:text.default:svg-33"/>
            <p:cNvSpPr txBox="1"/>
            <p:nvPr/>
          </p:nvSpPr>
          <p:spPr>
            <a:xfrm>
              <a:off x="5639497" y="2342567"/>
              <a:ext cx="124759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121" name="diagram:journey:text.default:svg-37"/>
            <p:cNvSpPr txBox="1"/>
            <p:nvPr/>
          </p:nvSpPr>
          <p:spPr>
            <a:xfrm>
              <a:off x="7259810" y="1294950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Start</a:t>
              </a:r>
            </a:p>
          </p:txBody>
        </p:sp>
        <p:sp>
          <p:nvSpPr>
            <p:cNvPr id="122" name="diagram:journey:text.default:svg-38"/>
            <p:cNvSpPr txBox="1"/>
            <p:nvPr/>
          </p:nvSpPr>
          <p:spPr>
            <a:xfrm>
              <a:off x="9416924" y="1594759"/>
              <a:ext cx="47984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Start</a:t>
              </a:r>
            </a:p>
          </p:txBody>
        </p:sp>
        <p:sp>
          <p:nvSpPr>
            <p:cNvPr id="123" name="diagram:journey:text.default:svg-49"/>
            <p:cNvSpPr txBox="1"/>
            <p:nvPr/>
          </p:nvSpPr>
          <p:spPr>
            <a:xfrm>
              <a:off x="7259810" y="2042758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Create account</a:t>
              </a:r>
            </a:p>
          </p:txBody>
        </p:sp>
        <p:sp>
          <p:nvSpPr>
            <p:cNvPr id="124" name="diagram:journey:text.default:svg-50"/>
            <p:cNvSpPr txBox="1"/>
            <p:nvPr/>
          </p:nvSpPr>
          <p:spPr>
            <a:xfrm>
              <a:off x="8127392" y="2342567"/>
              <a:ext cx="134356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sp>
          <p:nvSpPr>
            <p:cNvPr id="125" name="diagram:journey:text.default:svg-62"/>
            <p:cNvSpPr txBox="1"/>
            <p:nvPr/>
          </p:nvSpPr>
          <p:spPr>
            <a:xfrm>
              <a:off x="9752503" y="2042758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Invite team</a:t>
              </a:r>
            </a:p>
          </p:txBody>
        </p:sp>
        <p:sp>
          <p:nvSpPr>
            <p:cNvPr id="126" name="diagram:journey:text.default:svg-63"/>
            <p:cNvSpPr txBox="1"/>
            <p:nvPr/>
          </p:nvSpPr>
          <p:spPr>
            <a:xfrm>
              <a:off x="10634481" y="2342567"/>
              <a:ext cx="105565" cy="15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127" name="diagram:journey:text.default:svg-64"/>
            <p:cNvSpPr txBox="1"/>
            <p:nvPr/>
          </p:nvSpPr>
          <p:spPr>
            <a:xfrm>
              <a:off x="2249745" y="979998"/>
              <a:ext cx="49355" cy="44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 onboarding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701332"/>
            <a:ext cx="11055096" cy="1857671"/>
            <a:chOff x="566928" y="2701332"/>
            <a:chExt cx="11055096" cy="1857671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86741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1864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86741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gantt:edge.default:svg-7:0"/>
            <p:cNvCxnSpPr/>
            <p:nvPr/>
          </p:nvCxnSpPr>
          <p:spPr>
            <a:xfrm flipV="1">
              <a:off x="2469915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gantt:edge.default:svg-10:0"/>
            <p:cNvCxnSpPr/>
            <p:nvPr/>
          </p:nvCxnSpPr>
          <p:spPr>
            <a:xfrm flipV="1">
              <a:off x="3254804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gantt:edge.default:svg-13:0"/>
            <p:cNvCxnSpPr/>
            <p:nvPr/>
          </p:nvCxnSpPr>
          <p:spPr>
            <a:xfrm flipV="1">
              <a:off x="4039694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antt:edge.default:svg-16:0"/>
            <p:cNvCxnSpPr/>
            <p:nvPr/>
          </p:nvCxnSpPr>
          <p:spPr>
            <a:xfrm flipV="1">
              <a:off x="4809774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antt:edge.default:svg-19:0"/>
            <p:cNvCxnSpPr/>
            <p:nvPr/>
          </p:nvCxnSpPr>
          <p:spPr>
            <a:xfrm flipV="1">
              <a:off x="5594664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antt:edge.default:svg-22:0"/>
            <p:cNvCxnSpPr/>
            <p:nvPr/>
          </p:nvCxnSpPr>
          <p:spPr>
            <a:xfrm flipV="1">
              <a:off x="6379553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antt:edge.default:svg-25:0"/>
            <p:cNvCxnSpPr/>
            <p:nvPr/>
          </p:nvCxnSpPr>
          <p:spPr>
            <a:xfrm flipV="1">
              <a:off x="7164443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antt:edge.default:svg-28:0"/>
            <p:cNvCxnSpPr/>
            <p:nvPr/>
          </p:nvCxnSpPr>
          <p:spPr>
            <a:xfrm flipV="1">
              <a:off x="7949333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antt:edge.default:svg-31:0"/>
            <p:cNvCxnSpPr/>
            <p:nvPr/>
          </p:nvCxnSpPr>
          <p:spPr>
            <a:xfrm flipV="1">
              <a:off x="8734222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antt:edge.default:svg-34:0"/>
            <p:cNvCxnSpPr/>
            <p:nvPr/>
          </p:nvCxnSpPr>
          <p:spPr>
            <a:xfrm flipV="1">
              <a:off x="9504302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antt:edge.default:svg-37:0"/>
            <p:cNvCxnSpPr/>
            <p:nvPr/>
          </p:nvCxnSpPr>
          <p:spPr>
            <a:xfrm flipV="1">
              <a:off x="10289192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antt:edge.default:svg-40:0"/>
            <p:cNvCxnSpPr/>
            <p:nvPr/>
          </p:nvCxnSpPr>
          <p:spPr>
            <a:xfrm flipV="1">
              <a:off x="11074082" y="286741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node.default:svg-43"/>
            <p:cNvSpPr/>
            <p:nvPr/>
          </p:nvSpPr>
          <p:spPr>
            <a:xfrm>
              <a:off x="566928" y="305993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gantt:node.default:svg-44"/>
            <p:cNvSpPr/>
            <p:nvPr/>
          </p:nvSpPr>
          <p:spPr>
            <a:xfrm>
              <a:off x="566928" y="3415360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gantt:node.default:svg-45"/>
            <p:cNvSpPr/>
            <p:nvPr/>
          </p:nvSpPr>
          <p:spPr>
            <a:xfrm>
              <a:off x="566928" y="377078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gantt:node.default:svg-46"/>
            <p:cNvSpPr/>
            <p:nvPr/>
          </p:nvSpPr>
          <p:spPr>
            <a:xfrm>
              <a:off x="566928" y="412620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gantt:node.default:a1"/>
            <p:cNvSpPr/>
            <p:nvPr/>
          </p:nvSpPr>
          <p:spPr>
            <a:xfrm>
              <a:off x="1677620" y="3089556"/>
              <a:ext cx="3909638" cy="296184"/>
            </a:xfrm>
            <a:prstGeom prst="roundRect">
              <a:avLst/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gantt:node.default:task1"/>
            <p:cNvSpPr/>
            <p:nvPr/>
          </p:nvSpPr>
          <p:spPr>
            <a:xfrm>
              <a:off x="5587259" y="3444978"/>
              <a:ext cx="3139558" cy="296184"/>
            </a:xfrm>
            <a:prstGeom prst="roundRect">
              <a:avLst/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gantt:node.default:task2"/>
            <p:cNvSpPr/>
            <p:nvPr/>
          </p:nvSpPr>
          <p:spPr>
            <a:xfrm>
              <a:off x="8726818" y="3800400"/>
              <a:ext cx="2339859" cy="296184"/>
            </a:xfrm>
            <a:prstGeom prst="roundRect">
              <a:avLst/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gantt:node.default:task3"/>
            <p:cNvSpPr/>
            <p:nvPr/>
          </p:nvSpPr>
          <p:spPr>
            <a:xfrm>
              <a:off x="10918585" y="4155821"/>
              <a:ext cx="296184" cy="296184"/>
            </a:xfrm>
            <a:prstGeom prst="roundRect">
              <a:avLst/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gram:gantt:text.default:svg-5"/>
            <p:cNvSpPr txBox="1"/>
            <p:nvPr/>
          </p:nvSpPr>
          <p:spPr>
            <a:xfrm>
              <a:off x="1664662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08/01</a:t>
              </a:r>
            </a:p>
          </p:txBody>
        </p:sp>
        <p:sp>
          <p:nvSpPr>
            <p:cNvPr id="29" name="diagram:gantt:text.default:svg-8"/>
            <p:cNvSpPr txBox="1"/>
            <p:nvPr/>
          </p:nvSpPr>
          <p:spPr>
            <a:xfrm>
              <a:off x="2449552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08/02</a:t>
              </a:r>
            </a:p>
          </p:txBody>
        </p:sp>
        <p:sp>
          <p:nvSpPr>
            <p:cNvPr id="30" name="diagram:gantt:text.default:svg-11"/>
            <p:cNvSpPr txBox="1"/>
            <p:nvPr/>
          </p:nvSpPr>
          <p:spPr>
            <a:xfrm>
              <a:off x="3234441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08/03</a:t>
              </a:r>
            </a:p>
          </p:txBody>
        </p:sp>
        <p:sp>
          <p:nvSpPr>
            <p:cNvPr id="31" name="diagram:gantt:text.default:svg-14"/>
            <p:cNvSpPr txBox="1"/>
            <p:nvPr/>
          </p:nvSpPr>
          <p:spPr>
            <a:xfrm>
              <a:off x="4019331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08/04</a:t>
              </a:r>
            </a:p>
          </p:txBody>
        </p:sp>
        <p:sp>
          <p:nvSpPr>
            <p:cNvPr id="32" name="diagram:gantt:text.default:svg-17"/>
            <p:cNvSpPr txBox="1"/>
            <p:nvPr/>
          </p:nvSpPr>
          <p:spPr>
            <a:xfrm>
              <a:off x="4789411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08/05</a:t>
              </a:r>
            </a:p>
          </p:txBody>
        </p:sp>
        <p:sp>
          <p:nvSpPr>
            <p:cNvPr id="33" name="diagram:gantt:text.default:svg-20"/>
            <p:cNvSpPr txBox="1"/>
            <p:nvPr/>
          </p:nvSpPr>
          <p:spPr>
            <a:xfrm>
              <a:off x="5574301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08/06</a:t>
              </a:r>
            </a:p>
          </p:txBody>
        </p:sp>
        <p:sp>
          <p:nvSpPr>
            <p:cNvPr id="34" name="diagram:gantt:text.default:svg-23"/>
            <p:cNvSpPr txBox="1"/>
            <p:nvPr/>
          </p:nvSpPr>
          <p:spPr>
            <a:xfrm>
              <a:off x="6359191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08/07</a:t>
              </a:r>
            </a:p>
          </p:txBody>
        </p:sp>
        <p:sp>
          <p:nvSpPr>
            <p:cNvPr id="35" name="diagram:gantt:text.default:svg-26"/>
            <p:cNvSpPr txBox="1"/>
            <p:nvPr/>
          </p:nvSpPr>
          <p:spPr>
            <a:xfrm>
              <a:off x="7144080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08/08</a:t>
              </a:r>
            </a:p>
          </p:txBody>
        </p:sp>
        <p:sp>
          <p:nvSpPr>
            <p:cNvPr id="36" name="diagram:gantt:text.default:svg-29"/>
            <p:cNvSpPr txBox="1"/>
            <p:nvPr/>
          </p:nvSpPr>
          <p:spPr>
            <a:xfrm>
              <a:off x="7928970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08/09</a:t>
              </a:r>
            </a:p>
          </p:txBody>
        </p:sp>
        <p:sp>
          <p:nvSpPr>
            <p:cNvPr id="37" name="diagram:gantt:text.default:svg-32"/>
            <p:cNvSpPr txBox="1"/>
            <p:nvPr/>
          </p:nvSpPr>
          <p:spPr>
            <a:xfrm>
              <a:off x="8713859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08/10</a:t>
              </a:r>
            </a:p>
          </p:txBody>
        </p:sp>
        <p:sp>
          <p:nvSpPr>
            <p:cNvPr id="38" name="diagram:gantt:text.default:svg-35"/>
            <p:cNvSpPr txBox="1"/>
            <p:nvPr/>
          </p:nvSpPr>
          <p:spPr>
            <a:xfrm>
              <a:off x="9483940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08/11</a:t>
              </a:r>
            </a:p>
          </p:txBody>
        </p:sp>
        <p:sp>
          <p:nvSpPr>
            <p:cNvPr id="39" name="diagram:gantt:text.default:svg-38"/>
            <p:cNvSpPr txBox="1"/>
            <p:nvPr/>
          </p:nvSpPr>
          <p:spPr>
            <a:xfrm>
              <a:off x="10268829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08/12</a:t>
              </a:r>
            </a:p>
          </p:txBody>
        </p:sp>
        <p:sp>
          <p:nvSpPr>
            <p:cNvPr id="40" name="diagram:gantt:text.default:svg-41"/>
            <p:cNvSpPr txBox="1"/>
            <p:nvPr/>
          </p:nvSpPr>
          <p:spPr>
            <a:xfrm>
              <a:off x="11053719" y="4545675"/>
              <a:ext cx="40725" cy="13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80000"/>
                    </a:srgbClr>
                  </a:solidFill>
                  <a:latin typeface="Aptos"/>
                </a:rPr>
                <a:t>08/13</a:t>
              </a:r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3551803" y="3278485"/>
              <a:ext cx="161272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7094321" y="3633907"/>
              <a:ext cx="125434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825071" y="3989329"/>
              <a:ext cx="143353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813180" y="4344750"/>
              <a:ext cx="62717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692621" y="3433982"/>
              <a:ext cx="44797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688141" y="4144826"/>
              <a:ext cx="53757" cy="146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99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6284182" y="2701332"/>
              <a:ext cx="175933" cy="239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3112192" y="932688"/>
            <a:ext cx="5964566" cy="5394959"/>
            <a:chOff x="3112192" y="932688"/>
            <a:chExt cx="5964566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3112192" y="1150991"/>
              <a:ext cx="5176656" cy="5176656"/>
            </a:xfrm>
            <a:prstGeom prst="ellipse">
              <a:avLst/>
            </a:prstGeom>
            <a:noFill/>
            <a:ln w="27831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700521" y="1164906"/>
              <a:ext cx="2559266" cy="4830392"/>
            </a:xfrm>
            <a:custGeom>
              <a:avLst/>
              <a:gdLst/>
              <a:ahLst/>
              <a:cxnLst/>
              <a:rect l="l" t="t" r="r" b="b"/>
              <a:pathLst>
                <a:path w="2559266" h="4830392">
                  <a:moveTo>
                    <a:pt x="0" y="0"/>
                  </a:moveTo>
                  <a:lnTo>
                    <a:pt x="611704" y="73729"/>
                  </a:lnTo>
                  <a:lnTo>
                    <a:pt x="1188370" y="290693"/>
                  </a:lnTo>
                  <a:lnTo>
                    <a:pt x="1696969" y="638464"/>
                  </a:lnTo>
                  <a:lnTo>
                    <a:pt x="2108369" y="1097123"/>
                  </a:lnTo>
                  <a:lnTo>
                    <a:pt x="2399004" y="1640399"/>
                  </a:lnTo>
                  <a:lnTo>
                    <a:pt x="2552229" y="2237174"/>
                  </a:lnTo>
                  <a:lnTo>
                    <a:pt x="2559266" y="2853265"/>
                  </a:lnTo>
                  <a:lnTo>
                    <a:pt x="2419714" y="3453384"/>
                  </a:lnTo>
                  <a:lnTo>
                    <a:pt x="2141564" y="4003157"/>
                  </a:lnTo>
                  <a:lnTo>
                    <a:pt x="1740749" y="4471093"/>
                  </a:lnTo>
                  <a:lnTo>
                    <a:pt x="1240227" y="4830392"/>
                  </a:lnTo>
                  <a:lnTo>
                    <a:pt x="0" y="25744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7831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526868" y="3739319"/>
              <a:ext cx="3413880" cy="2574415"/>
            </a:xfrm>
            <a:custGeom>
              <a:avLst/>
              <a:gdLst/>
              <a:ahLst/>
              <a:cxnLst/>
              <a:rect l="l" t="t" r="r" b="b"/>
              <a:pathLst>
                <a:path w="3413880" h="2574415">
                  <a:moveTo>
                    <a:pt x="3413880" y="2255979"/>
                  </a:moveTo>
                  <a:lnTo>
                    <a:pt x="2813877" y="2493536"/>
                  </a:lnTo>
                  <a:lnTo>
                    <a:pt x="2173647" y="2574415"/>
                  </a:lnTo>
                  <a:lnTo>
                    <a:pt x="1533417" y="2493535"/>
                  </a:lnTo>
                  <a:lnTo>
                    <a:pt x="933414" y="2255976"/>
                  </a:lnTo>
                  <a:lnTo>
                    <a:pt x="411341" y="1876667"/>
                  </a:lnTo>
                  <a:lnTo>
                    <a:pt x="0" y="1379440"/>
                  </a:lnTo>
                  <a:lnTo>
                    <a:pt x="2173653" y="0"/>
                  </a:lnTo>
                  <a:lnTo>
                    <a:pt x="3413880" y="2255979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7831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3131187" y="2098333"/>
              <a:ext cx="2569334" cy="3020426"/>
            </a:xfrm>
            <a:custGeom>
              <a:avLst/>
              <a:gdLst/>
              <a:ahLst/>
              <a:cxnLst/>
              <a:rect l="l" t="t" r="r" b="b"/>
              <a:pathLst>
                <a:path w="2569334" h="3020426">
                  <a:moveTo>
                    <a:pt x="395681" y="3020426"/>
                  </a:moveTo>
                  <a:lnTo>
                    <a:pt x="120919" y="2436524"/>
                  </a:lnTo>
                  <a:lnTo>
                    <a:pt x="0" y="1802637"/>
                  </a:lnTo>
                  <a:lnTo>
                    <a:pt x="40521" y="1158593"/>
                  </a:lnTo>
                  <a:lnTo>
                    <a:pt x="239935" y="544859"/>
                  </a:lnTo>
                  <a:lnTo>
                    <a:pt x="585714" y="0"/>
                  </a:lnTo>
                  <a:lnTo>
                    <a:pt x="2569334" y="1640986"/>
                  </a:lnTo>
                  <a:lnTo>
                    <a:pt x="395681" y="3020426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7831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716901" y="1164906"/>
              <a:ext cx="1983620" cy="2574413"/>
            </a:xfrm>
            <a:custGeom>
              <a:avLst/>
              <a:gdLst/>
              <a:ahLst/>
              <a:cxnLst/>
              <a:rect l="l" t="t" r="r" b="b"/>
              <a:pathLst>
                <a:path w="1983620" h="2574413">
                  <a:moveTo>
                    <a:pt x="0" y="933427"/>
                  </a:moveTo>
                  <a:lnTo>
                    <a:pt x="405743" y="540232"/>
                  </a:lnTo>
                  <a:lnTo>
                    <a:pt x="887487" y="245018"/>
                  </a:lnTo>
                  <a:lnTo>
                    <a:pt x="1422028" y="62002"/>
                  </a:lnTo>
                  <a:lnTo>
                    <a:pt x="1983620" y="0"/>
                  </a:lnTo>
                  <a:lnTo>
                    <a:pt x="1983620" y="2574413"/>
                  </a:lnTo>
                  <a:lnTo>
                    <a:pt x="0" y="933427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7831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node.default:svg-14"/>
            <p:cNvSpPr/>
            <p:nvPr/>
          </p:nvSpPr>
          <p:spPr>
            <a:xfrm>
              <a:off x="8706321" y="3127026"/>
              <a:ext cx="250483" cy="25048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482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pie:node.default:svg-17"/>
            <p:cNvSpPr/>
            <p:nvPr/>
          </p:nvSpPr>
          <p:spPr>
            <a:xfrm>
              <a:off x="8706321" y="3433173"/>
              <a:ext cx="250483" cy="250483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9482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pie:node.default:svg-20"/>
            <p:cNvSpPr/>
            <p:nvPr/>
          </p:nvSpPr>
          <p:spPr>
            <a:xfrm>
              <a:off x="8706321" y="3739319"/>
              <a:ext cx="250483" cy="250483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9482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pie:node.default:svg-23"/>
            <p:cNvSpPr/>
            <p:nvPr/>
          </p:nvSpPr>
          <p:spPr>
            <a:xfrm>
              <a:off x="8706321" y="4045465"/>
              <a:ext cx="250483" cy="250483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9482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ie:text.default:svg-8"/>
            <p:cNvSpPr txBox="1"/>
            <p:nvPr/>
          </p:nvSpPr>
          <p:spPr>
            <a:xfrm>
              <a:off x="7551154" y="3243178"/>
              <a:ext cx="39033" cy="21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62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4" name="diagram:pie:text.default:svg-9"/>
            <p:cNvSpPr txBox="1"/>
            <p:nvPr/>
          </p:nvSpPr>
          <p:spPr>
            <a:xfrm>
              <a:off x="5200831" y="5593500"/>
              <a:ext cx="39033" cy="21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62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5" name="diagram:pie:text.default:svg-10"/>
            <p:cNvSpPr txBox="1"/>
            <p:nvPr/>
          </p:nvSpPr>
          <p:spPr>
            <a:xfrm>
              <a:off x="3754004" y="3602114"/>
              <a:ext cx="39033" cy="21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62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6" name="diagram:pie:text.default:svg-11"/>
            <p:cNvSpPr txBox="1"/>
            <p:nvPr/>
          </p:nvSpPr>
          <p:spPr>
            <a:xfrm>
              <a:off x="4858905" y="1976302"/>
              <a:ext cx="39033" cy="21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62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7" name="diagram:pie:text.default:svg-12"/>
            <p:cNvSpPr txBox="1"/>
            <p:nvPr/>
          </p:nvSpPr>
          <p:spPr>
            <a:xfrm>
              <a:off x="5623984" y="932688"/>
              <a:ext cx="153073" cy="31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8" name="diagram:pie:text.default:svg-15"/>
            <p:cNvSpPr txBox="1"/>
            <p:nvPr/>
          </p:nvSpPr>
          <p:spPr>
            <a:xfrm>
              <a:off x="8958892" y="3308696"/>
              <a:ext cx="107151" cy="175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Build [42]</a:t>
              </a:r>
            </a:p>
          </p:txBody>
        </p:sp>
        <p:sp>
          <p:nvSpPr>
            <p:cNvPr id="19" name="diagram:pie:text.default:svg-18"/>
            <p:cNvSpPr txBox="1"/>
            <p:nvPr/>
          </p:nvSpPr>
          <p:spPr>
            <a:xfrm>
              <a:off x="8953535" y="3614843"/>
              <a:ext cx="117866" cy="175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 [24]</a:t>
              </a:r>
            </a:p>
          </p:txBody>
        </p:sp>
        <p:sp>
          <p:nvSpPr>
            <p:cNvPr id="20" name="diagram:pie:text.default:svg-21"/>
            <p:cNvSpPr txBox="1"/>
            <p:nvPr/>
          </p:nvSpPr>
          <p:spPr>
            <a:xfrm>
              <a:off x="8964250" y="3920989"/>
              <a:ext cx="96436" cy="175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Test [20]</a:t>
              </a:r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948177" y="4227136"/>
              <a:ext cx="128581" cy="175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3524922" y="932688"/>
            <a:ext cx="5139107" cy="5394959"/>
            <a:chOff x="3524922" y="932688"/>
            <a:chExt cx="5139107" cy="5394959"/>
          </a:xfrm>
        </p:grpSpPr>
        <p:cxnSp>
          <p:nvCxnSpPr>
            <p:cNvPr id="4" name="diagram:quadrant:edge.default:svg-16:0"/>
            <p:cNvCxnSpPr/>
            <p:nvPr/>
          </p:nvCxnSpPr>
          <p:spPr>
            <a:xfrm>
              <a:off x="3524922" y="1537470"/>
              <a:ext cx="5139107" cy="0"/>
            </a:xfrm>
            <a:prstGeom prst="line">
              <a:avLst/>
            </a:prstGeom>
            <a:ln w="2205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quadrant:edge.default:svg-17:0"/>
            <p:cNvCxnSpPr/>
            <p:nvPr/>
          </p:nvCxnSpPr>
          <p:spPr>
            <a:xfrm>
              <a:off x="8653001" y="1548498"/>
              <a:ext cx="0" cy="4653870"/>
            </a:xfrm>
            <a:prstGeom prst="line">
              <a:avLst/>
            </a:prstGeom>
            <a:ln w="2205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quadrant:edge.default:svg-18:0"/>
            <p:cNvCxnSpPr/>
            <p:nvPr/>
          </p:nvCxnSpPr>
          <p:spPr>
            <a:xfrm>
              <a:off x="3524922" y="6213396"/>
              <a:ext cx="5139107" cy="0"/>
            </a:xfrm>
            <a:prstGeom prst="line">
              <a:avLst/>
            </a:prstGeom>
            <a:ln w="2205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quadrant:edge.default:svg-19:0"/>
            <p:cNvCxnSpPr/>
            <p:nvPr/>
          </p:nvCxnSpPr>
          <p:spPr>
            <a:xfrm>
              <a:off x="3535950" y="1548498"/>
              <a:ext cx="0" cy="4653870"/>
            </a:xfrm>
            <a:prstGeom prst="line">
              <a:avLst/>
            </a:prstGeom>
            <a:ln w="2205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quadrant:edge.default:svg-20:0"/>
            <p:cNvCxnSpPr/>
            <p:nvPr/>
          </p:nvCxnSpPr>
          <p:spPr>
            <a:xfrm>
              <a:off x="6094476" y="1548498"/>
              <a:ext cx="0" cy="4653870"/>
            </a:xfrm>
            <a:prstGeom prst="line">
              <a:avLst/>
            </a:prstGeom>
            <a:ln w="11028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21:0"/>
            <p:cNvCxnSpPr/>
            <p:nvPr/>
          </p:nvCxnSpPr>
          <p:spPr>
            <a:xfrm>
              <a:off x="3546978" y="3875433"/>
              <a:ext cx="5094995" cy="0"/>
            </a:xfrm>
            <a:prstGeom prst="line">
              <a:avLst/>
            </a:prstGeom>
            <a:ln w="11028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quadrant:node.default:svg-4"/>
            <p:cNvSpPr/>
            <p:nvPr/>
          </p:nvSpPr>
          <p:spPr>
            <a:xfrm>
              <a:off x="6094476" y="1537470"/>
              <a:ext cx="2558525" cy="233796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quadrant:node.default:svg-7"/>
            <p:cNvSpPr/>
            <p:nvPr/>
          </p:nvSpPr>
          <p:spPr>
            <a:xfrm>
              <a:off x="3535950" y="1537470"/>
              <a:ext cx="2558525" cy="2337963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quadrant:node.default:svg-10"/>
            <p:cNvSpPr/>
            <p:nvPr/>
          </p:nvSpPr>
          <p:spPr>
            <a:xfrm>
              <a:off x="3535950" y="3875433"/>
              <a:ext cx="2558525" cy="2337963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quadrant:node.default:svg-13"/>
            <p:cNvSpPr/>
            <p:nvPr/>
          </p:nvSpPr>
          <p:spPr>
            <a:xfrm>
              <a:off x="6094476" y="3875433"/>
              <a:ext cx="2558525" cy="2337963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quadrant:node.default:svg-24"/>
            <p:cNvSpPr/>
            <p:nvPr/>
          </p:nvSpPr>
          <p:spPr>
            <a:xfrm>
              <a:off x="7062745" y="5129552"/>
              <a:ext cx="110281" cy="110281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node.default:svg-27"/>
            <p:cNvSpPr/>
            <p:nvPr/>
          </p:nvSpPr>
          <p:spPr>
            <a:xfrm>
              <a:off x="5015925" y="4521681"/>
              <a:ext cx="110281" cy="110281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quadrant:node.default:svg-30"/>
            <p:cNvSpPr/>
            <p:nvPr/>
          </p:nvSpPr>
          <p:spPr>
            <a:xfrm>
              <a:off x="7472109" y="2604552"/>
              <a:ext cx="110281" cy="110281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node.default:svg-33"/>
            <p:cNvSpPr/>
            <p:nvPr/>
          </p:nvSpPr>
          <p:spPr>
            <a:xfrm>
              <a:off x="4606561" y="2323996"/>
              <a:ext cx="110281" cy="110281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3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quadrant:text.default:svg-25"/>
            <p:cNvSpPr txBox="1"/>
            <p:nvPr/>
          </p:nvSpPr>
          <p:spPr>
            <a:xfrm>
              <a:off x="7096050" y="5230900"/>
              <a:ext cx="43671" cy="11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Retire</a:t>
              </a:r>
            </a:p>
          </p:txBody>
        </p:sp>
        <p:sp>
          <p:nvSpPr>
            <p:cNvPr id="19" name="diagram:quadrant:text.default:svg-28"/>
            <p:cNvSpPr txBox="1"/>
            <p:nvPr/>
          </p:nvSpPr>
          <p:spPr>
            <a:xfrm>
              <a:off x="5056508" y="4623030"/>
              <a:ext cx="29114" cy="11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Tune</a:t>
              </a:r>
            </a:p>
          </p:txBody>
        </p:sp>
        <p:sp>
          <p:nvSpPr>
            <p:cNvPr id="20" name="diagram:quadrant:text.default:svg-31"/>
            <p:cNvSpPr txBox="1"/>
            <p:nvPr/>
          </p:nvSpPr>
          <p:spPr>
            <a:xfrm>
              <a:off x="7498136" y="2705900"/>
              <a:ext cx="58228" cy="11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Redesign</a:t>
              </a:r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632587" y="2425345"/>
              <a:ext cx="58228" cy="11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766689" y="6311767"/>
              <a:ext cx="97047" cy="15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7320362" y="6311767"/>
              <a:ext cx="106752" cy="15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>
              <a:off x="7185378" y="937540"/>
              <a:ext cx="15880" cy="970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>
              <a:off x="4847415" y="932688"/>
              <a:ext cx="15880" cy="1067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5829800" y="1136598"/>
              <a:ext cx="242618" cy="198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634698" y="0"/>
                  </a:lnTo>
                  <a:lnTo>
                    <a:pt x="1383510" y="0"/>
                  </a:lnTo>
                  <a:lnTo>
                    <a:pt x="2360552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719860" y="0"/>
                  </a:lnTo>
                  <a:lnTo>
                    <a:pt x="1519771" y="0"/>
                  </a:lnTo>
                  <a:lnTo>
                    <a:pt x="2479780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548993"/>
                  </a:lnTo>
                  <a:lnTo>
                    <a:pt x="3679937" y="1130337"/>
                  </a:lnTo>
                  <a:lnTo>
                    <a:pt x="3679937" y="1776380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605919"/>
                  </a:lnTo>
                  <a:lnTo>
                    <a:pt x="3679937" y="1221418"/>
                  </a:lnTo>
                  <a:lnTo>
                    <a:pt x="3679937" y="1856076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3104352" y="2519474"/>
                  </a:lnTo>
                  <a:lnTo>
                    <a:pt x="2391007" y="2519474"/>
                  </a:lnTo>
                  <a:lnTo>
                    <a:pt x="1402142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3034620" y="2519474"/>
                  </a:lnTo>
                  <a:lnTo>
                    <a:pt x="2279436" y="2519474"/>
                  </a:lnTo>
                  <a:lnTo>
                    <a:pt x="1304518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1932267"/>
                  </a:lnTo>
                  <a:lnTo>
                    <a:pt x="0" y="1327996"/>
                  </a:lnTo>
                  <a:lnTo>
                    <a:pt x="0" y="689595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1901494"/>
                  </a:lnTo>
                  <a:lnTo>
                    <a:pt x="0" y="1278759"/>
                  </a:lnTo>
                  <a:lnTo>
                    <a:pt x="0" y="6465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748126" y="0"/>
                  </a:lnTo>
                  <a:lnTo>
                    <a:pt x="1564996" y="0"/>
                  </a:lnTo>
                  <a:lnTo>
                    <a:pt x="2519352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653858" y="0"/>
                  </a:lnTo>
                  <a:lnTo>
                    <a:pt x="1414167" y="0"/>
                  </a:lnTo>
                  <a:lnTo>
                    <a:pt x="2387377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5022801" y="3917716"/>
              <a:ext cx="2143349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5411334" y="4246343"/>
              <a:ext cx="1366283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4" name="diagram:requirement:text.default:availability"/>
            <p:cNvSpPr txBox="1"/>
            <p:nvPr/>
          </p:nvSpPr>
          <p:spPr>
            <a:xfrm>
              <a:off x="4391435" y="4848826"/>
              <a:ext cx="8780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5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6" name="diagram:requirement:text.default:availability"/>
            <p:cNvSpPr txBox="1"/>
            <p:nvPr/>
          </p:nvSpPr>
          <p:spPr>
            <a:xfrm>
              <a:off x="4391435" y="5506080"/>
              <a:ext cx="1101199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7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8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483878" y="0"/>
                  </a:lnTo>
                  <a:lnTo>
                    <a:pt x="1079661" y="0"/>
                  </a:lnTo>
                  <a:lnTo>
                    <a:pt x="1899254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511873" y="0"/>
                  </a:lnTo>
                  <a:lnTo>
                    <a:pt x="1124453" y="0"/>
                  </a:lnTo>
                  <a:lnTo>
                    <a:pt x="1938447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303909"/>
                  </a:lnTo>
                  <a:lnTo>
                    <a:pt x="3054563" y="672476"/>
                  </a:lnTo>
                  <a:lnTo>
                    <a:pt x="3054563" y="1170360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332891"/>
                  </a:lnTo>
                  <a:lnTo>
                    <a:pt x="3054563" y="718847"/>
                  </a:lnTo>
                  <a:lnTo>
                    <a:pt x="3054563" y="1210935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241936" y="1862219"/>
                  </a:lnTo>
                  <a:lnTo>
                    <a:pt x="1448903" y="1862219"/>
                  </a:lnTo>
                  <a:lnTo>
                    <a:pt x="695060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445240" y="1862219"/>
                  </a:lnTo>
                  <a:lnTo>
                    <a:pt x="1774191" y="1862219"/>
                  </a:lnTo>
                  <a:lnTo>
                    <a:pt x="979687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492417"/>
                  </a:lnTo>
                  <a:lnTo>
                    <a:pt x="0" y="1084314"/>
                  </a:lnTo>
                  <a:lnTo>
                    <a:pt x="0" y="599609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502650"/>
                  </a:lnTo>
                  <a:lnTo>
                    <a:pt x="0" y="1100687"/>
                  </a:lnTo>
                  <a:lnTo>
                    <a:pt x="0" y="61393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841711" y="0"/>
                  </a:lnTo>
                  <a:lnTo>
                    <a:pt x="1652194" y="0"/>
                  </a:lnTo>
                  <a:lnTo>
                    <a:pt x="2400221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522530" y="0"/>
                  </a:lnTo>
                  <a:lnTo>
                    <a:pt x="1141505" y="0"/>
                  </a:lnTo>
                  <a:lnTo>
                    <a:pt x="1953367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273764" y="1042230"/>
              <a:ext cx="1641423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5904595" y="1370857"/>
              <a:ext cx="37976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1973340"/>
              <a:ext cx="1431538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1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11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53" name="diagram:gitgraph"/>
          <p:cNvGrpSpPr/>
          <p:nvPr/>
        </p:nvGrpSpPr>
        <p:grpSpPr>
          <a:xfrm>
            <a:off x="654459" y="932688"/>
            <a:ext cx="10880033" cy="5394959"/>
            <a:chOff x="654459" y="932688"/>
            <a:chExt cx="10880033" cy="5394959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117025" y="3316156"/>
              <a:ext cx="7417467" cy="0"/>
            </a:xfrm>
            <a:prstGeom prst="line">
              <a:avLst/>
            </a:prstGeom>
            <a:ln w="296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itgraph:edge.default:svg-9:0"/>
            <p:cNvCxnSpPr/>
            <p:nvPr/>
          </p:nvCxnSpPr>
          <p:spPr>
            <a:xfrm>
              <a:off x="4117025" y="5986444"/>
              <a:ext cx="7417467" cy="0"/>
            </a:xfrm>
            <a:prstGeom prst="line">
              <a:avLst/>
            </a:prstGeom>
            <a:ln w="296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itgraph:edge.default:svg-15:0"/>
            <p:cNvCxnSpPr/>
            <p:nvPr/>
          </p:nvCxnSpPr>
          <p:spPr>
            <a:xfrm>
              <a:off x="4413724" y="3316156"/>
              <a:ext cx="0" cy="207689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itgraph:edge.default:svg-15:1"/>
            <p:cNvCxnSpPr/>
            <p:nvPr/>
          </p:nvCxnSpPr>
          <p:spPr>
            <a:xfrm>
              <a:off x="4413724" y="5393047"/>
              <a:ext cx="20219" cy="15358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gitgraph:edge.default:svg-15:2"/>
            <p:cNvCxnSpPr/>
            <p:nvPr/>
          </p:nvCxnSpPr>
          <p:spPr>
            <a:xfrm>
              <a:off x="4433943" y="5546629"/>
              <a:ext cx="59281" cy="14311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gitgraph:edge.default:svg-15:3"/>
            <p:cNvCxnSpPr/>
            <p:nvPr/>
          </p:nvCxnSpPr>
          <p:spPr>
            <a:xfrm>
              <a:off x="4493224" y="5689745"/>
              <a:ext cx="94302" cy="12289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gitgraph:edge.default:svg-15:4"/>
            <p:cNvCxnSpPr/>
            <p:nvPr/>
          </p:nvCxnSpPr>
          <p:spPr>
            <a:xfrm>
              <a:off x="4587526" y="5812642"/>
              <a:ext cx="122897" cy="9430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5"/>
            <p:cNvCxnSpPr/>
            <p:nvPr/>
          </p:nvCxnSpPr>
          <p:spPr>
            <a:xfrm>
              <a:off x="4710423" y="5906944"/>
              <a:ext cx="143116" cy="5928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6"/>
            <p:cNvCxnSpPr/>
            <p:nvPr/>
          </p:nvCxnSpPr>
          <p:spPr>
            <a:xfrm>
              <a:off x="4853539" y="5966224"/>
              <a:ext cx="153582" cy="2022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7"/>
            <p:cNvCxnSpPr/>
            <p:nvPr/>
          </p:nvCxnSpPr>
          <p:spPr>
            <a:xfrm>
              <a:off x="5007121" y="5986444"/>
              <a:ext cx="890096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6:0"/>
            <p:cNvCxnSpPr/>
            <p:nvPr/>
          </p:nvCxnSpPr>
          <p:spPr>
            <a:xfrm>
              <a:off x="4413724" y="3316156"/>
              <a:ext cx="296698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7:0"/>
            <p:cNvCxnSpPr/>
            <p:nvPr/>
          </p:nvCxnSpPr>
          <p:spPr>
            <a:xfrm>
              <a:off x="5897217" y="5986444"/>
              <a:ext cx="296698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8:0"/>
            <p:cNvCxnSpPr/>
            <p:nvPr/>
          </p:nvCxnSpPr>
          <p:spPr>
            <a:xfrm>
              <a:off x="7380711" y="3316156"/>
              <a:ext cx="89009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8:1"/>
            <p:cNvCxnSpPr/>
            <p:nvPr/>
          </p:nvCxnSpPr>
          <p:spPr>
            <a:xfrm>
              <a:off x="8270807" y="3316156"/>
              <a:ext cx="153582" cy="2021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8:2"/>
            <p:cNvCxnSpPr/>
            <p:nvPr/>
          </p:nvCxnSpPr>
          <p:spPr>
            <a:xfrm>
              <a:off x="8424389" y="3336375"/>
              <a:ext cx="143116" cy="592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8:3"/>
            <p:cNvCxnSpPr/>
            <p:nvPr/>
          </p:nvCxnSpPr>
          <p:spPr>
            <a:xfrm>
              <a:off x="8567505" y="3395656"/>
              <a:ext cx="122897" cy="9430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8:4"/>
            <p:cNvCxnSpPr/>
            <p:nvPr/>
          </p:nvCxnSpPr>
          <p:spPr>
            <a:xfrm>
              <a:off x="8690402" y="3489958"/>
              <a:ext cx="94302" cy="1228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8:5"/>
            <p:cNvCxnSpPr/>
            <p:nvPr/>
          </p:nvCxnSpPr>
          <p:spPr>
            <a:xfrm>
              <a:off x="8784704" y="3612855"/>
              <a:ext cx="59281" cy="14311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8:6"/>
            <p:cNvCxnSpPr/>
            <p:nvPr/>
          </p:nvCxnSpPr>
          <p:spPr>
            <a:xfrm>
              <a:off x="8843985" y="3755971"/>
              <a:ext cx="20219" cy="15358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8:7"/>
            <p:cNvCxnSpPr/>
            <p:nvPr/>
          </p:nvCxnSpPr>
          <p:spPr>
            <a:xfrm>
              <a:off x="8864204" y="3909553"/>
              <a:ext cx="0" cy="207689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9:0"/>
            <p:cNvCxnSpPr/>
            <p:nvPr/>
          </p:nvCxnSpPr>
          <p:spPr>
            <a:xfrm>
              <a:off x="7380711" y="3316156"/>
              <a:ext cx="296698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20:0"/>
            <p:cNvCxnSpPr/>
            <p:nvPr/>
          </p:nvCxnSpPr>
          <p:spPr>
            <a:xfrm>
              <a:off x="8864204" y="5986444"/>
              <a:ext cx="890096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20:1"/>
            <p:cNvCxnSpPr/>
            <p:nvPr/>
          </p:nvCxnSpPr>
          <p:spPr>
            <a:xfrm flipV="1">
              <a:off x="9754300" y="5966224"/>
              <a:ext cx="153583" cy="2022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20:2"/>
            <p:cNvCxnSpPr/>
            <p:nvPr/>
          </p:nvCxnSpPr>
          <p:spPr>
            <a:xfrm flipV="1">
              <a:off x="9907883" y="5906944"/>
              <a:ext cx="143116" cy="5928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20:3"/>
            <p:cNvCxnSpPr/>
            <p:nvPr/>
          </p:nvCxnSpPr>
          <p:spPr>
            <a:xfrm flipV="1">
              <a:off x="10050999" y="5812642"/>
              <a:ext cx="122896" cy="9430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20:4"/>
            <p:cNvCxnSpPr/>
            <p:nvPr/>
          </p:nvCxnSpPr>
          <p:spPr>
            <a:xfrm flipV="1">
              <a:off x="10173895" y="5689745"/>
              <a:ext cx="94302" cy="12289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20:5"/>
            <p:cNvCxnSpPr/>
            <p:nvPr/>
          </p:nvCxnSpPr>
          <p:spPr>
            <a:xfrm flipV="1">
              <a:off x="10268197" y="5546629"/>
              <a:ext cx="59281" cy="14311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20:6"/>
            <p:cNvCxnSpPr/>
            <p:nvPr/>
          </p:nvCxnSpPr>
          <p:spPr>
            <a:xfrm flipV="1">
              <a:off x="10327478" y="5393047"/>
              <a:ext cx="20219" cy="15358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20:7"/>
            <p:cNvCxnSpPr/>
            <p:nvPr/>
          </p:nvCxnSpPr>
          <p:spPr>
            <a:xfrm flipV="1">
              <a:off x="10347697" y="3316156"/>
              <a:ext cx="0" cy="207689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gitgraph:node.default:svg-5"/>
            <p:cNvSpPr/>
            <p:nvPr/>
          </p:nvSpPr>
          <p:spPr>
            <a:xfrm>
              <a:off x="1358191" y="2974952"/>
              <a:ext cx="1720388" cy="682406"/>
            </a:xfrm>
            <a:prstGeom prst="roundRect">
              <a:avLst/>
            </a:prstGeom>
            <a:solidFill>
              <a:srgbClr val="0000EC">
                <a:alpha val="100000"/>
              </a:srgbClr>
            </a:solidFill>
            <a:ln w="4153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itgraph:node.default:svg-10"/>
            <p:cNvSpPr/>
            <p:nvPr/>
          </p:nvSpPr>
          <p:spPr>
            <a:xfrm>
              <a:off x="654459" y="5645241"/>
              <a:ext cx="2424120" cy="682406"/>
            </a:xfrm>
            <a:prstGeom prst="roundRect">
              <a:avLst/>
            </a:prstGeom>
            <a:solidFill>
              <a:srgbClr val="DEDE00">
                <a:alpha val="100000"/>
              </a:srgbClr>
            </a:solidFill>
            <a:ln w="4153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itgraph:node.default:svg-22"/>
            <p:cNvSpPr/>
            <p:nvPr/>
          </p:nvSpPr>
          <p:spPr>
            <a:xfrm>
              <a:off x="4117025" y="3019457"/>
              <a:ext cx="593397" cy="593397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1537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itgraph:node.default:svg-23"/>
            <p:cNvSpPr/>
            <p:nvPr/>
          </p:nvSpPr>
          <p:spPr>
            <a:xfrm>
              <a:off x="5600519" y="5689745"/>
              <a:ext cx="593397" cy="593397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1537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itgraph:node.default:svg-24"/>
            <p:cNvSpPr/>
            <p:nvPr/>
          </p:nvSpPr>
          <p:spPr>
            <a:xfrm>
              <a:off x="7084012" y="3019457"/>
              <a:ext cx="593397" cy="593397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1537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itgraph:node.default:svg-25"/>
            <p:cNvSpPr/>
            <p:nvPr/>
          </p:nvSpPr>
          <p:spPr>
            <a:xfrm>
              <a:off x="8567505" y="5689745"/>
              <a:ext cx="593397" cy="593397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1537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itgraph:node.default:svg-26"/>
            <p:cNvSpPr/>
            <p:nvPr/>
          </p:nvSpPr>
          <p:spPr>
            <a:xfrm>
              <a:off x="8686185" y="5808425"/>
              <a:ext cx="356038" cy="356038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1537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itgraph:node.default:svg-27"/>
            <p:cNvSpPr/>
            <p:nvPr/>
          </p:nvSpPr>
          <p:spPr>
            <a:xfrm>
              <a:off x="10050999" y="3019457"/>
              <a:ext cx="593397" cy="593397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1537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itgraph:node.default:svg-28"/>
            <p:cNvSpPr/>
            <p:nvPr/>
          </p:nvSpPr>
          <p:spPr>
            <a:xfrm>
              <a:off x="10169678" y="3138137"/>
              <a:ext cx="356038" cy="356038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1537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gram:gitgraph:node.default:svg-31"/>
            <p:cNvSpPr/>
            <p:nvPr/>
          </p:nvSpPr>
          <p:spPr>
            <a:xfrm>
              <a:off x="4047020" y="932688"/>
              <a:ext cx="732079" cy="732079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1537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gram:gitgraph:node.default:svg-34"/>
            <p:cNvSpPr/>
            <p:nvPr/>
          </p:nvSpPr>
          <p:spPr>
            <a:xfrm>
              <a:off x="5301498" y="3696278"/>
              <a:ext cx="1156181" cy="1156181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1537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gram:gitgraph:node.default:svg-37"/>
            <p:cNvSpPr/>
            <p:nvPr/>
          </p:nvSpPr>
          <p:spPr>
            <a:xfrm>
              <a:off x="6869208" y="991680"/>
              <a:ext cx="1000226" cy="1000226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1537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gram:gitgraph:node.default:svg-39"/>
            <p:cNvSpPr/>
            <p:nvPr/>
          </p:nvSpPr>
          <p:spPr>
            <a:xfrm>
              <a:off x="9667840" y="2523970"/>
              <a:ext cx="1122356" cy="445048"/>
            </a:xfrm>
            <a:custGeom>
              <a:avLst/>
              <a:gdLst/>
              <a:ahLst/>
              <a:cxnLst/>
              <a:rect l="l" t="t" r="r" b="b"/>
              <a:pathLst>
                <a:path w="1122356" h="445048">
                  <a:moveTo>
                    <a:pt x="0" y="281864"/>
                  </a:moveTo>
                  <a:lnTo>
                    <a:pt x="0" y="163185"/>
                  </a:lnTo>
                  <a:lnTo>
                    <a:pt x="237359" y="0"/>
                  </a:lnTo>
                  <a:lnTo>
                    <a:pt x="1122356" y="0"/>
                  </a:lnTo>
                  <a:lnTo>
                    <a:pt x="1122356" y="445048"/>
                  </a:lnTo>
                  <a:lnTo>
                    <a:pt x="237359" y="445048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1537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gram:gitgraph:node.default:svg-40"/>
            <p:cNvSpPr/>
            <p:nvPr/>
          </p:nvSpPr>
          <p:spPr>
            <a:xfrm>
              <a:off x="9742015" y="2701990"/>
              <a:ext cx="89009" cy="89009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153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gram:gitgraph:text.default:svg-8"/>
            <p:cNvSpPr txBox="1"/>
            <p:nvPr/>
          </p:nvSpPr>
          <p:spPr>
            <a:xfrm>
              <a:off x="1579528" y="2946914"/>
              <a:ext cx="91383" cy="373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main</a:t>
              </a:r>
            </a:p>
          </p:txBody>
        </p:sp>
        <p:sp>
          <p:nvSpPr>
            <p:cNvPr id="48" name="diagram:gitgraph:text.default:svg-13"/>
            <p:cNvSpPr txBox="1"/>
            <p:nvPr/>
          </p:nvSpPr>
          <p:spPr>
            <a:xfrm>
              <a:off x="841527" y="5617203"/>
              <a:ext cx="159920" cy="373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develop</a:t>
              </a:r>
            </a:p>
          </p:txBody>
        </p:sp>
        <p:sp>
          <p:nvSpPr>
            <p:cNvPr id="49" name="diagram:gitgraph:text.default:svg-32"/>
            <p:cNvSpPr txBox="1"/>
            <p:nvPr/>
          </p:nvSpPr>
          <p:spPr>
            <a:xfrm>
              <a:off x="4293008" y="1512139"/>
              <a:ext cx="65037" cy="650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3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init</a:t>
              </a:r>
            </a:p>
          </p:txBody>
        </p:sp>
        <p:sp>
          <p:nvSpPr>
            <p:cNvPr id="50" name="diagram:gitgraph:text.default:svg-35"/>
            <p:cNvSpPr txBox="1"/>
            <p:nvPr/>
          </p:nvSpPr>
          <p:spPr>
            <a:xfrm>
              <a:off x="5530178" y="4682524"/>
              <a:ext cx="99653" cy="996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3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feature</a:t>
              </a:r>
            </a:p>
          </p:txBody>
        </p:sp>
        <p:sp>
          <p:nvSpPr>
            <p:cNvPr id="51" name="diagram:gitgraph:text.default:svg-38"/>
            <p:cNvSpPr txBox="1"/>
            <p:nvPr/>
          </p:nvSpPr>
          <p:spPr>
            <a:xfrm>
              <a:off x="7103656" y="1827740"/>
              <a:ext cx="88115" cy="881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3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hotfix</a:t>
              </a:r>
            </a:p>
          </p:txBody>
        </p:sp>
        <p:sp>
          <p:nvSpPr>
            <p:cNvPr id="52" name="diagram:gitgraph:text.default:svg-41"/>
            <p:cNvSpPr txBox="1"/>
            <p:nvPr/>
          </p:nvSpPr>
          <p:spPr>
            <a:xfrm>
              <a:off x="9991242" y="2821411"/>
              <a:ext cx="65273" cy="2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3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060171" y="932688"/>
            <a:ext cx="6068609" cy="5394959"/>
            <a:chOff x="3060171" y="932688"/>
            <a:chExt cx="6068609" cy="5394959"/>
          </a:xfrm>
        </p:grpSpPr>
        <p:cxnSp>
          <p:nvCxnSpPr>
            <p:cNvPr id="4" name="diagram:c4:edge.default:svg-17:0"/>
            <p:cNvCxnSpPr/>
            <p:nvPr/>
          </p:nvCxnSpPr>
          <p:spPr>
            <a:xfrm>
              <a:off x="5524117" y="3535260"/>
              <a:ext cx="1140717" cy="1143"/>
            </a:xfrm>
            <a:prstGeom prst="line">
              <a:avLst/>
            </a:prstGeom>
            <a:ln w="11407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4:edge.default:svg-19:0"/>
            <p:cNvCxnSpPr/>
            <p:nvPr/>
          </p:nvCxnSpPr>
          <p:spPr>
            <a:xfrm flipH="1">
              <a:off x="7192172" y="3635557"/>
              <a:ext cx="331784" cy="422065"/>
            </a:xfrm>
            <a:prstGeom prst="line">
              <a:avLst/>
            </a:prstGeom>
            <a:ln w="11407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4:edge.default:svg-19:1"/>
            <p:cNvCxnSpPr/>
            <p:nvPr/>
          </p:nvCxnSpPr>
          <p:spPr>
            <a:xfrm flipH="1">
              <a:off x="6727675" y="4057622"/>
              <a:ext cx="464497" cy="422065"/>
            </a:xfrm>
            <a:prstGeom prst="line">
              <a:avLst/>
            </a:prstGeom>
            <a:ln w="11407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c4:edge.default:svg-19:2"/>
            <p:cNvCxnSpPr/>
            <p:nvPr/>
          </p:nvCxnSpPr>
          <p:spPr>
            <a:xfrm flipH="1">
              <a:off x="6130464" y="4479687"/>
              <a:ext cx="597211" cy="422065"/>
            </a:xfrm>
            <a:prstGeom prst="line">
              <a:avLst/>
            </a:prstGeom>
            <a:ln w="11407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c4:edge.default:svg-19:3"/>
            <p:cNvCxnSpPr/>
            <p:nvPr/>
          </p:nvCxnSpPr>
          <p:spPr>
            <a:xfrm flipH="1">
              <a:off x="5400540" y="4901752"/>
              <a:ext cx="729924" cy="422065"/>
            </a:xfrm>
            <a:prstGeom prst="line">
              <a:avLst/>
            </a:prstGeom>
            <a:ln w="11407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gram:c4:node.default:svg-2"/>
            <p:cNvSpPr/>
            <p:nvPr/>
          </p:nvSpPr>
          <p:spPr>
            <a:xfrm>
              <a:off x="3060171" y="2631727"/>
              <a:ext cx="2463946" cy="1551373"/>
            </a:xfrm>
            <a:prstGeom prst="roundRect">
              <a:avLst/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c4:node.default:svg-7"/>
            <p:cNvSpPr/>
            <p:nvPr/>
          </p:nvSpPr>
          <p:spPr>
            <a:xfrm>
              <a:off x="6664834" y="2631727"/>
              <a:ext cx="2463946" cy="1003830"/>
            </a:xfrm>
            <a:prstGeom prst="roundRect">
              <a:avLst/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c4:node.default:svg-12"/>
            <p:cNvSpPr/>
            <p:nvPr/>
          </p:nvSpPr>
          <p:spPr>
            <a:xfrm>
              <a:off x="3060171" y="5323817"/>
              <a:ext cx="2463946" cy="1003830"/>
            </a:xfrm>
            <a:prstGeom prst="roundRect">
              <a:avLst/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c4:text.default:svg-3"/>
            <p:cNvSpPr txBox="1"/>
            <p:nvPr/>
          </p:nvSpPr>
          <p:spPr>
            <a:xfrm>
              <a:off x="3935100" y="2850631"/>
              <a:ext cx="75287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&lt;&lt;person&gt;&gt;</a:t>
              </a:r>
            </a:p>
          </p:txBody>
        </p:sp>
        <p:sp>
          <p:nvSpPr>
            <p:cNvPr id="13" name="diagram:c4:text.default:svg-4"/>
            <p:cNvSpPr txBox="1"/>
            <p:nvPr/>
          </p:nvSpPr>
          <p:spPr>
            <a:xfrm>
              <a:off x="4251991" y="3600423"/>
              <a:ext cx="80306" cy="164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3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14" name="diagram:c4:text.default:svg-5"/>
            <p:cNvSpPr txBox="1"/>
            <p:nvPr/>
          </p:nvSpPr>
          <p:spPr>
            <a:xfrm>
              <a:off x="4226268" y="4046843"/>
              <a:ext cx="131752" cy="143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15" name="diagram:c4:text.default:svg-8"/>
            <p:cNvSpPr txBox="1"/>
            <p:nvPr/>
          </p:nvSpPr>
          <p:spPr>
            <a:xfrm>
              <a:off x="7528356" y="2850631"/>
              <a:ext cx="75287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&lt;&lt;system&gt;&gt;</a:t>
              </a:r>
            </a:p>
          </p:txBody>
        </p:sp>
        <p:sp>
          <p:nvSpPr>
            <p:cNvPr id="16" name="diagram:c4:text.default:svg-9"/>
            <p:cNvSpPr txBox="1"/>
            <p:nvPr/>
          </p:nvSpPr>
          <p:spPr>
            <a:xfrm>
              <a:off x="7841596" y="3052880"/>
              <a:ext cx="110421" cy="164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3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7" name="diagram:c4:text.default:svg-10"/>
            <p:cNvSpPr txBox="1"/>
            <p:nvPr/>
          </p:nvSpPr>
          <p:spPr>
            <a:xfrm>
              <a:off x="7787013" y="3499299"/>
              <a:ext cx="219587" cy="143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8" name="diagram:c4:text.default:svg-13"/>
            <p:cNvSpPr txBox="1"/>
            <p:nvPr/>
          </p:nvSpPr>
          <p:spPr>
            <a:xfrm>
              <a:off x="3576116" y="5542721"/>
              <a:ext cx="143045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&lt;&lt;external_system&gt;&gt;</a:t>
              </a:r>
            </a:p>
          </p:txBody>
        </p:sp>
        <p:sp>
          <p:nvSpPr>
            <p:cNvPr id="19" name="diagram:c4:text.default:svg-14"/>
            <p:cNvSpPr txBox="1"/>
            <p:nvPr/>
          </p:nvSpPr>
          <p:spPr>
            <a:xfrm>
              <a:off x="4211838" y="5744970"/>
              <a:ext cx="160612" cy="164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43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20" name="diagram:c4:text.default:svg-15"/>
            <p:cNvSpPr txBox="1"/>
            <p:nvPr/>
          </p:nvSpPr>
          <p:spPr>
            <a:xfrm>
              <a:off x="4217484" y="6191389"/>
              <a:ext cx="149319" cy="143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sp>
          <p:nvSpPr>
            <p:cNvPr id="21" name="diagram:c4:text.default:svg-18"/>
            <p:cNvSpPr txBox="1"/>
            <p:nvPr/>
          </p:nvSpPr>
          <p:spPr>
            <a:xfrm>
              <a:off x="6244822" y="3526592"/>
              <a:ext cx="30114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sp>
          <p:nvSpPr>
            <p:cNvPr id="22" name="diagram:c4:text.default:svg-20"/>
            <p:cNvSpPr txBox="1"/>
            <p:nvPr/>
          </p:nvSpPr>
          <p:spPr>
            <a:xfrm>
              <a:off x="6715373" y="4470448"/>
              <a:ext cx="52701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715373" y="4664369"/>
              <a:ext cx="52701" cy="123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172417" y="932688"/>
              <a:ext cx="140536" cy="143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7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13624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13624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13624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Discover</a:t>
              </a:r>
            </a:p>
          </p:txBody>
        </p:sp>
        <p:cxnSp>
          <p:nvCxnSpPr>
            <p:cNvPr id="95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Research</a:t>
              </a:r>
            </a:p>
          </p:txBody>
        </p:sp>
        <p:cxnSp>
          <p:nvCxnSpPr>
            <p:cNvPr id="96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Interview</a:t>
              </a:r>
            </a:p>
          </p:txBody>
        </p:sp>
        <p:cxnSp>
          <p:nvCxnSpPr>
            <p:cNvPr id="97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diagram:mindmap:text.default:node_4"/>
            <p:cNvSpPr txBox="1"/>
            <p:nvPr/>
          </p:nvSpPr>
          <p:spPr>
            <a:xfrm>
              <a:off x="4606085" y="4959084"/>
              <a:ext cx="54732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Build</a:t>
              </a:r>
            </a:p>
          </p:txBody>
        </p:sp>
        <p:cxnSp>
          <p:nvCxnSpPr>
            <p:cNvPr id="98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Design</a:t>
              </a:r>
            </a:p>
          </p:txBody>
        </p:sp>
        <p:cxnSp>
          <p:nvCxnSpPr>
            <p:cNvPr id="99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Implement</a:t>
              </a:r>
            </a:p>
          </p:txBody>
        </p:sp>
        <p:cxnSp>
          <p:nvCxnSpPr>
            <p:cNvPr id="100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diagram:mindmap:text.default:node_7"/>
            <p:cNvSpPr txBox="1"/>
            <p:nvPr/>
          </p:nvSpPr>
          <p:spPr>
            <a:xfrm>
              <a:off x="4507863" y="2051658"/>
              <a:ext cx="60927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Learn</a:t>
              </a:r>
            </a:p>
          </p:txBody>
        </p:sp>
        <p:cxnSp>
          <p:nvCxnSpPr>
            <p:cNvPr id="101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Measure</a:t>
              </a:r>
            </a:p>
          </p:txBody>
        </p:sp>
        <p:cxnSp>
          <p:nvCxnSpPr>
            <p:cNvPr id="102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1907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Improve</a:t>
              </a:r>
            </a:p>
          </p:txBody>
        </p:sp>
        <p:sp>
          <p:nvSpPr>
            <p:cNvPr id="103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8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144" name="diagram:timeline"/>
          <p:cNvGrpSpPr/>
          <p:nvPr/>
        </p:nvGrpSpPr>
        <p:grpSpPr>
          <a:xfrm>
            <a:off x="566928" y="1142287"/>
            <a:ext cx="11055096" cy="4975761"/>
            <a:chOff x="566928" y="1142287"/>
            <a:chExt cx="11055096" cy="4975761"/>
          </a:xfrm>
        </p:grpSpPr>
        <p:cxnSp>
          <p:nvCxnSpPr>
            <p:cNvPr id="4" name="diagram:timeline:edge.default:node-0:0"/>
            <p:cNvCxnSpPr/>
            <p:nvPr/>
          </p:nvCxnSpPr>
          <p:spPr>
            <a:xfrm flipV="1">
              <a:off x="1267925" y="1577036"/>
              <a:ext cx="0" cy="71246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timeline:edge.default:node-0:1"/>
            <p:cNvCxnSpPr/>
            <p:nvPr/>
          </p:nvCxnSpPr>
          <p:spPr>
            <a:xfrm flipV="1">
              <a:off x="1267925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timeline:edge.default:node-0:2"/>
            <p:cNvCxnSpPr/>
            <p:nvPr/>
          </p:nvCxnSpPr>
          <p:spPr>
            <a:xfrm flipV="1">
              <a:off x="1271777" y="153081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timeline:edge.default:node-0:3"/>
            <p:cNvCxnSpPr/>
            <p:nvPr/>
          </p:nvCxnSpPr>
          <p:spPr>
            <a:xfrm flipV="1">
              <a:off x="1283333" y="1519256"/>
              <a:ext cx="19259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timeline:edge.default:node-0:4"/>
            <p:cNvCxnSpPr/>
            <p:nvPr/>
          </p:nvCxnSpPr>
          <p:spPr>
            <a:xfrm flipV="1">
              <a:off x="1302592" y="1515404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timeline:edge.default:node-0:5"/>
            <p:cNvCxnSpPr/>
            <p:nvPr/>
          </p:nvCxnSpPr>
          <p:spPr>
            <a:xfrm>
              <a:off x="1329556" y="1515404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timeline:edge.default:node-0:6"/>
            <p:cNvCxnSpPr/>
            <p:nvPr/>
          </p:nvCxnSpPr>
          <p:spPr>
            <a:xfrm>
              <a:off x="3548292" y="1515404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timeline:edge.default:node-0:7"/>
            <p:cNvCxnSpPr/>
            <p:nvPr/>
          </p:nvCxnSpPr>
          <p:spPr>
            <a:xfrm>
              <a:off x="3575255" y="1519256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timeline:edge.default:node-0:8"/>
            <p:cNvCxnSpPr/>
            <p:nvPr/>
          </p:nvCxnSpPr>
          <p:spPr>
            <a:xfrm>
              <a:off x="3594515" y="153081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timeline:edge.default:node-0:9"/>
            <p:cNvCxnSpPr/>
            <p:nvPr/>
          </p:nvCxnSpPr>
          <p:spPr>
            <a:xfrm>
              <a:off x="3606071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imeline:edge.default:node-0:10"/>
            <p:cNvCxnSpPr/>
            <p:nvPr/>
          </p:nvCxnSpPr>
          <p:spPr>
            <a:xfrm>
              <a:off x="3609923" y="1577036"/>
              <a:ext cx="0" cy="77409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timeline:edge.default:node-0:11"/>
            <p:cNvCxnSpPr/>
            <p:nvPr/>
          </p:nvCxnSpPr>
          <p:spPr>
            <a:xfrm flipH="1">
              <a:off x="1267925" y="2351128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timeline:edge.default:node-0:12"/>
            <p:cNvCxnSpPr/>
            <p:nvPr/>
          </p:nvCxnSpPr>
          <p:spPr>
            <a:xfrm flipV="1">
              <a:off x="1267925" y="2289497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timeline:edge.default:svg-6:0"/>
            <p:cNvCxnSpPr/>
            <p:nvPr/>
          </p:nvCxnSpPr>
          <p:spPr>
            <a:xfrm>
              <a:off x="1267925" y="2351128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timeline:edge.default:svg-10:0"/>
            <p:cNvCxnSpPr/>
            <p:nvPr/>
          </p:nvCxnSpPr>
          <p:spPr>
            <a:xfrm>
              <a:off x="2438924" y="2351128"/>
              <a:ext cx="0" cy="3766920"/>
            </a:xfrm>
            <a:prstGeom prst="line">
              <a:avLst/>
            </a:prstGeom>
            <a:ln w="24652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timeline:edge.default:node-1:0"/>
            <p:cNvCxnSpPr/>
            <p:nvPr/>
          </p:nvCxnSpPr>
          <p:spPr>
            <a:xfrm flipV="1">
              <a:off x="1267925" y="4042298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timeline:edge.default:node-1:1"/>
            <p:cNvCxnSpPr/>
            <p:nvPr/>
          </p:nvCxnSpPr>
          <p:spPr>
            <a:xfrm flipV="1">
              <a:off x="1267925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imeline:edge.default:node-1:2"/>
            <p:cNvCxnSpPr/>
            <p:nvPr/>
          </p:nvCxnSpPr>
          <p:spPr>
            <a:xfrm flipV="1">
              <a:off x="1271777" y="3996074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timeline:edge.default:node-1:3"/>
            <p:cNvCxnSpPr/>
            <p:nvPr/>
          </p:nvCxnSpPr>
          <p:spPr>
            <a:xfrm flipV="1">
              <a:off x="1283333" y="3984518"/>
              <a:ext cx="19259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timeline:edge.default:node-1:4"/>
            <p:cNvCxnSpPr/>
            <p:nvPr/>
          </p:nvCxnSpPr>
          <p:spPr>
            <a:xfrm flipV="1">
              <a:off x="1302592" y="3980666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imeline:edge.default:node-1:5"/>
            <p:cNvCxnSpPr/>
            <p:nvPr/>
          </p:nvCxnSpPr>
          <p:spPr>
            <a:xfrm>
              <a:off x="1329556" y="3980666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imeline:edge.default:node-1:6"/>
            <p:cNvCxnSpPr/>
            <p:nvPr/>
          </p:nvCxnSpPr>
          <p:spPr>
            <a:xfrm>
              <a:off x="3548292" y="3980666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timeline:edge.default:node-1:7"/>
            <p:cNvCxnSpPr/>
            <p:nvPr/>
          </p:nvCxnSpPr>
          <p:spPr>
            <a:xfrm>
              <a:off x="3575255" y="3984518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timeline:edge.default:node-1:8"/>
            <p:cNvCxnSpPr/>
            <p:nvPr/>
          </p:nvCxnSpPr>
          <p:spPr>
            <a:xfrm>
              <a:off x="3594515" y="3996074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timeline:edge.default:node-1:9"/>
            <p:cNvCxnSpPr/>
            <p:nvPr/>
          </p:nvCxnSpPr>
          <p:spPr>
            <a:xfrm>
              <a:off x="3606071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timeline:edge.default:node-1:10"/>
            <p:cNvCxnSpPr/>
            <p:nvPr/>
          </p:nvCxnSpPr>
          <p:spPr>
            <a:xfrm>
              <a:off x="3609923" y="4042298"/>
              <a:ext cx="0" cy="554683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timeline:edge.default:node-1:11"/>
            <p:cNvCxnSpPr/>
            <p:nvPr/>
          </p:nvCxnSpPr>
          <p:spPr>
            <a:xfrm flipH="1">
              <a:off x="1267925" y="4596981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timeline:edge.default:node-1:12"/>
            <p:cNvCxnSpPr/>
            <p:nvPr/>
          </p:nvCxnSpPr>
          <p:spPr>
            <a:xfrm flipV="1">
              <a:off x="1267925" y="4535350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timeline:edge.default:svg-15:0"/>
            <p:cNvCxnSpPr/>
            <p:nvPr/>
          </p:nvCxnSpPr>
          <p:spPr>
            <a:xfrm>
              <a:off x="1267925" y="4596981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timeline:edge.default:node-2:0"/>
            <p:cNvCxnSpPr/>
            <p:nvPr/>
          </p:nvCxnSpPr>
          <p:spPr>
            <a:xfrm flipV="1">
              <a:off x="1267925" y="4781876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timeline:edge.default:node-2:1"/>
            <p:cNvCxnSpPr/>
            <p:nvPr/>
          </p:nvCxnSpPr>
          <p:spPr>
            <a:xfrm flipV="1">
              <a:off x="1267925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timeline:edge.default:node-2:2"/>
            <p:cNvCxnSpPr/>
            <p:nvPr/>
          </p:nvCxnSpPr>
          <p:spPr>
            <a:xfrm flipV="1">
              <a:off x="1271777" y="473565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timeline:edge.default:node-2:3"/>
            <p:cNvCxnSpPr/>
            <p:nvPr/>
          </p:nvCxnSpPr>
          <p:spPr>
            <a:xfrm flipV="1">
              <a:off x="1283333" y="4724097"/>
              <a:ext cx="19259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timeline:edge.default:node-2:4"/>
            <p:cNvCxnSpPr/>
            <p:nvPr/>
          </p:nvCxnSpPr>
          <p:spPr>
            <a:xfrm flipV="1">
              <a:off x="1302592" y="4720245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timeline:edge.default:node-2:5"/>
            <p:cNvCxnSpPr/>
            <p:nvPr/>
          </p:nvCxnSpPr>
          <p:spPr>
            <a:xfrm>
              <a:off x="1329556" y="4720245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timeline:edge.default:node-2:6"/>
            <p:cNvCxnSpPr/>
            <p:nvPr/>
          </p:nvCxnSpPr>
          <p:spPr>
            <a:xfrm>
              <a:off x="3548292" y="4720245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timeline:edge.default:node-2:7"/>
            <p:cNvCxnSpPr/>
            <p:nvPr/>
          </p:nvCxnSpPr>
          <p:spPr>
            <a:xfrm>
              <a:off x="3575255" y="4724097"/>
              <a:ext cx="19260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timeline:edge.default:node-2:8"/>
            <p:cNvCxnSpPr/>
            <p:nvPr/>
          </p:nvCxnSpPr>
          <p:spPr>
            <a:xfrm>
              <a:off x="3594515" y="473565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timeline:edge.default:node-2:9"/>
            <p:cNvCxnSpPr/>
            <p:nvPr/>
          </p:nvCxnSpPr>
          <p:spPr>
            <a:xfrm>
              <a:off x="3606071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timeline:edge.default:node-2:10"/>
            <p:cNvCxnSpPr/>
            <p:nvPr/>
          </p:nvCxnSpPr>
          <p:spPr>
            <a:xfrm>
              <a:off x="3609923" y="4781876"/>
              <a:ext cx="0" cy="55468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timeline:edge.default:node-2:11"/>
            <p:cNvCxnSpPr/>
            <p:nvPr/>
          </p:nvCxnSpPr>
          <p:spPr>
            <a:xfrm flipH="1">
              <a:off x="1267925" y="5336560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timeline:edge.default:node-2:12"/>
            <p:cNvCxnSpPr/>
            <p:nvPr/>
          </p:nvCxnSpPr>
          <p:spPr>
            <a:xfrm flipV="1">
              <a:off x="1267925" y="5274928"/>
              <a:ext cx="0" cy="6163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timeline:edge.default:svg-22:0"/>
            <p:cNvCxnSpPr/>
            <p:nvPr/>
          </p:nvCxnSpPr>
          <p:spPr>
            <a:xfrm>
              <a:off x="1267925" y="5336560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timeline:edge.default:node-3:0"/>
            <p:cNvCxnSpPr/>
            <p:nvPr/>
          </p:nvCxnSpPr>
          <p:spPr>
            <a:xfrm flipV="1">
              <a:off x="3733186" y="1577036"/>
              <a:ext cx="0" cy="71246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timeline:edge.default:node-3:1"/>
            <p:cNvCxnSpPr/>
            <p:nvPr/>
          </p:nvCxnSpPr>
          <p:spPr>
            <a:xfrm flipV="1">
              <a:off x="3733186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timeline:edge.default:node-3:2"/>
            <p:cNvCxnSpPr/>
            <p:nvPr/>
          </p:nvCxnSpPr>
          <p:spPr>
            <a:xfrm flipV="1">
              <a:off x="3737038" y="153081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timeline:edge.default:node-3:3"/>
            <p:cNvCxnSpPr/>
            <p:nvPr/>
          </p:nvCxnSpPr>
          <p:spPr>
            <a:xfrm flipV="1">
              <a:off x="3748594" y="1519256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timeline:edge.default:node-3:4"/>
            <p:cNvCxnSpPr/>
            <p:nvPr/>
          </p:nvCxnSpPr>
          <p:spPr>
            <a:xfrm flipV="1">
              <a:off x="3767854" y="1515404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timeline:edge.default:node-3:5"/>
            <p:cNvCxnSpPr/>
            <p:nvPr/>
          </p:nvCxnSpPr>
          <p:spPr>
            <a:xfrm>
              <a:off x="3794818" y="1515404"/>
              <a:ext cx="2218735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timeline:edge.default:node-3:6"/>
            <p:cNvCxnSpPr/>
            <p:nvPr/>
          </p:nvCxnSpPr>
          <p:spPr>
            <a:xfrm>
              <a:off x="6013553" y="1515404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timeline:edge.default:node-3:7"/>
            <p:cNvCxnSpPr/>
            <p:nvPr/>
          </p:nvCxnSpPr>
          <p:spPr>
            <a:xfrm>
              <a:off x="6040517" y="1519256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timeline:edge.default:node-3:8"/>
            <p:cNvCxnSpPr/>
            <p:nvPr/>
          </p:nvCxnSpPr>
          <p:spPr>
            <a:xfrm>
              <a:off x="6059777" y="153081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timeline:edge.default:node-3:9"/>
            <p:cNvCxnSpPr/>
            <p:nvPr/>
          </p:nvCxnSpPr>
          <p:spPr>
            <a:xfrm>
              <a:off x="6071333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timeline:edge.default:node-3:10"/>
            <p:cNvCxnSpPr/>
            <p:nvPr/>
          </p:nvCxnSpPr>
          <p:spPr>
            <a:xfrm>
              <a:off x="6075185" y="1577036"/>
              <a:ext cx="0" cy="77409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timeline:edge.default:node-3:11"/>
            <p:cNvCxnSpPr/>
            <p:nvPr/>
          </p:nvCxnSpPr>
          <p:spPr>
            <a:xfrm flipH="1">
              <a:off x="3733186" y="2351128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timeline:edge.default:node-3:12"/>
            <p:cNvCxnSpPr/>
            <p:nvPr/>
          </p:nvCxnSpPr>
          <p:spPr>
            <a:xfrm flipV="1">
              <a:off x="3733186" y="2289497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timeline:edge.default:svg-29:0"/>
            <p:cNvCxnSpPr/>
            <p:nvPr/>
          </p:nvCxnSpPr>
          <p:spPr>
            <a:xfrm>
              <a:off x="3733186" y="2351128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timeline:edge.default:svg-33:0"/>
            <p:cNvCxnSpPr/>
            <p:nvPr/>
          </p:nvCxnSpPr>
          <p:spPr>
            <a:xfrm>
              <a:off x="4904186" y="2351128"/>
              <a:ext cx="0" cy="3766920"/>
            </a:xfrm>
            <a:prstGeom prst="line">
              <a:avLst/>
            </a:prstGeom>
            <a:ln w="24652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timeline:edge.default:node-4:0"/>
            <p:cNvCxnSpPr/>
            <p:nvPr/>
          </p:nvCxnSpPr>
          <p:spPr>
            <a:xfrm flipV="1">
              <a:off x="3733186" y="4042298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timeline:edge.default:node-4:1"/>
            <p:cNvCxnSpPr/>
            <p:nvPr/>
          </p:nvCxnSpPr>
          <p:spPr>
            <a:xfrm flipV="1">
              <a:off x="3733186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timeline:edge.default:node-4:2"/>
            <p:cNvCxnSpPr/>
            <p:nvPr/>
          </p:nvCxnSpPr>
          <p:spPr>
            <a:xfrm flipV="1">
              <a:off x="3737038" y="3996074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timeline:edge.default:node-4:3"/>
            <p:cNvCxnSpPr/>
            <p:nvPr/>
          </p:nvCxnSpPr>
          <p:spPr>
            <a:xfrm flipV="1">
              <a:off x="3748594" y="3984518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timeline:edge.default:node-4:4"/>
            <p:cNvCxnSpPr/>
            <p:nvPr/>
          </p:nvCxnSpPr>
          <p:spPr>
            <a:xfrm flipV="1">
              <a:off x="3767854" y="3980666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timeline:edge.default:node-4:5"/>
            <p:cNvCxnSpPr/>
            <p:nvPr/>
          </p:nvCxnSpPr>
          <p:spPr>
            <a:xfrm>
              <a:off x="3794818" y="3980666"/>
              <a:ext cx="2218735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timeline:edge.default:node-4:6"/>
            <p:cNvCxnSpPr/>
            <p:nvPr/>
          </p:nvCxnSpPr>
          <p:spPr>
            <a:xfrm>
              <a:off x="6013553" y="3980666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timeline:edge.default:node-4:7"/>
            <p:cNvCxnSpPr/>
            <p:nvPr/>
          </p:nvCxnSpPr>
          <p:spPr>
            <a:xfrm>
              <a:off x="6040517" y="3984518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timeline:edge.default:node-4:8"/>
            <p:cNvCxnSpPr/>
            <p:nvPr/>
          </p:nvCxnSpPr>
          <p:spPr>
            <a:xfrm>
              <a:off x="6059777" y="3996074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timeline:edge.default:node-4:9"/>
            <p:cNvCxnSpPr/>
            <p:nvPr/>
          </p:nvCxnSpPr>
          <p:spPr>
            <a:xfrm>
              <a:off x="6071333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timeline:edge.default:node-4:10"/>
            <p:cNvCxnSpPr/>
            <p:nvPr/>
          </p:nvCxnSpPr>
          <p:spPr>
            <a:xfrm>
              <a:off x="6075185" y="4042298"/>
              <a:ext cx="0" cy="554683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timeline:edge.default:node-4:11"/>
            <p:cNvCxnSpPr/>
            <p:nvPr/>
          </p:nvCxnSpPr>
          <p:spPr>
            <a:xfrm flipH="1">
              <a:off x="3733186" y="4596981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timeline:edge.default:node-4:12"/>
            <p:cNvCxnSpPr/>
            <p:nvPr/>
          </p:nvCxnSpPr>
          <p:spPr>
            <a:xfrm flipV="1">
              <a:off x="3733186" y="4535350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timeline:edge.default:svg-38:0"/>
            <p:cNvCxnSpPr/>
            <p:nvPr/>
          </p:nvCxnSpPr>
          <p:spPr>
            <a:xfrm>
              <a:off x="3733186" y="4596981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timeline:edge.default:node-5:0"/>
            <p:cNvCxnSpPr/>
            <p:nvPr/>
          </p:nvCxnSpPr>
          <p:spPr>
            <a:xfrm flipV="1">
              <a:off x="3733186" y="4781876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timeline:edge.default:node-5:1"/>
            <p:cNvCxnSpPr/>
            <p:nvPr/>
          </p:nvCxnSpPr>
          <p:spPr>
            <a:xfrm flipV="1">
              <a:off x="3733186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timeline:edge.default:node-5:2"/>
            <p:cNvCxnSpPr/>
            <p:nvPr/>
          </p:nvCxnSpPr>
          <p:spPr>
            <a:xfrm flipV="1">
              <a:off x="3737038" y="473565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timeline:edge.default:node-5:3"/>
            <p:cNvCxnSpPr/>
            <p:nvPr/>
          </p:nvCxnSpPr>
          <p:spPr>
            <a:xfrm flipV="1">
              <a:off x="3748594" y="4724097"/>
              <a:ext cx="19260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timeline:edge.default:node-5:4"/>
            <p:cNvCxnSpPr/>
            <p:nvPr/>
          </p:nvCxnSpPr>
          <p:spPr>
            <a:xfrm flipV="1">
              <a:off x="3767854" y="4720245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timeline:edge.default:node-5:5"/>
            <p:cNvCxnSpPr/>
            <p:nvPr/>
          </p:nvCxnSpPr>
          <p:spPr>
            <a:xfrm>
              <a:off x="3794818" y="4720245"/>
              <a:ext cx="2218735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timeline:edge.default:node-5:6"/>
            <p:cNvCxnSpPr/>
            <p:nvPr/>
          </p:nvCxnSpPr>
          <p:spPr>
            <a:xfrm>
              <a:off x="6013553" y="4720245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timeline:edge.default:node-5:7"/>
            <p:cNvCxnSpPr/>
            <p:nvPr/>
          </p:nvCxnSpPr>
          <p:spPr>
            <a:xfrm>
              <a:off x="6040517" y="4724097"/>
              <a:ext cx="19260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timeline:edge.default:node-5:8"/>
            <p:cNvCxnSpPr/>
            <p:nvPr/>
          </p:nvCxnSpPr>
          <p:spPr>
            <a:xfrm>
              <a:off x="6059777" y="473565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timeline:edge.default:node-5:9"/>
            <p:cNvCxnSpPr/>
            <p:nvPr/>
          </p:nvCxnSpPr>
          <p:spPr>
            <a:xfrm>
              <a:off x="6071333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timeline:edge.default:node-5:10"/>
            <p:cNvCxnSpPr/>
            <p:nvPr/>
          </p:nvCxnSpPr>
          <p:spPr>
            <a:xfrm>
              <a:off x="6075185" y="4781876"/>
              <a:ext cx="0" cy="55468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timeline:edge.default:node-5:11"/>
            <p:cNvCxnSpPr/>
            <p:nvPr/>
          </p:nvCxnSpPr>
          <p:spPr>
            <a:xfrm flipH="1">
              <a:off x="3733186" y="5336560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timeline:edge.default:node-5:12"/>
            <p:cNvCxnSpPr/>
            <p:nvPr/>
          </p:nvCxnSpPr>
          <p:spPr>
            <a:xfrm flipV="1">
              <a:off x="3733186" y="5274928"/>
              <a:ext cx="0" cy="6163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timeline:edge.default:svg-45:0"/>
            <p:cNvCxnSpPr/>
            <p:nvPr/>
          </p:nvCxnSpPr>
          <p:spPr>
            <a:xfrm>
              <a:off x="3733186" y="5336560"/>
              <a:ext cx="2341999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timeline:edge.default:node-6:0"/>
            <p:cNvCxnSpPr/>
            <p:nvPr/>
          </p:nvCxnSpPr>
          <p:spPr>
            <a:xfrm flipV="1">
              <a:off x="6198448" y="1577036"/>
              <a:ext cx="0" cy="71246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timeline:edge.default:node-6:1"/>
            <p:cNvCxnSpPr/>
            <p:nvPr/>
          </p:nvCxnSpPr>
          <p:spPr>
            <a:xfrm flipV="1">
              <a:off x="6198448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timeline:edge.default:node-6:2"/>
            <p:cNvCxnSpPr/>
            <p:nvPr/>
          </p:nvCxnSpPr>
          <p:spPr>
            <a:xfrm flipV="1">
              <a:off x="6202300" y="153081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timeline:edge.default:node-6:3"/>
            <p:cNvCxnSpPr/>
            <p:nvPr/>
          </p:nvCxnSpPr>
          <p:spPr>
            <a:xfrm flipV="1">
              <a:off x="6213856" y="1519256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timeline:edge.default:node-6:4"/>
            <p:cNvCxnSpPr/>
            <p:nvPr/>
          </p:nvCxnSpPr>
          <p:spPr>
            <a:xfrm flipV="1">
              <a:off x="6233116" y="1515404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timeline:edge.default:node-6:5"/>
            <p:cNvCxnSpPr/>
            <p:nvPr/>
          </p:nvCxnSpPr>
          <p:spPr>
            <a:xfrm>
              <a:off x="6260079" y="1515404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timeline:edge.default:node-6:6"/>
            <p:cNvCxnSpPr/>
            <p:nvPr/>
          </p:nvCxnSpPr>
          <p:spPr>
            <a:xfrm>
              <a:off x="8478815" y="1515404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timeline:edge.default:node-6:7"/>
            <p:cNvCxnSpPr/>
            <p:nvPr/>
          </p:nvCxnSpPr>
          <p:spPr>
            <a:xfrm>
              <a:off x="8505779" y="1519256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timeline:edge.default:node-6:8"/>
            <p:cNvCxnSpPr/>
            <p:nvPr/>
          </p:nvCxnSpPr>
          <p:spPr>
            <a:xfrm>
              <a:off x="8525039" y="1530812"/>
              <a:ext cx="11555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timeline:edge.default:node-6:9"/>
            <p:cNvCxnSpPr/>
            <p:nvPr/>
          </p:nvCxnSpPr>
          <p:spPr>
            <a:xfrm>
              <a:off x="8536594" y="155007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timeline:edge.default:node-6:10"/>
            <p:cNvCxnSpPr/>
            <p:nvPr/>
          </p:nvCxnSpPr>
          <p:spPr>
            <a:xfrm>
              <a:off x="8540446" y="1577036"/>
              <a:ext cx="0" cy="77409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timeline:edge.default:node-6:11"/>
            <p:cNvCxnSpPr/>
            <p:nvPr/>
          </p:nvCxnSpPr>
          <p:spPr>
            <a:xfrm flipH="1">
              <a:off x="6198448" y="2351128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timeline:edge.default:node-6:12"/>
            <p:cNvCxnSpPr/>
            <p:nvPr/>
          </p:nvCxnSpPr>
          <p:spPr>
            <a:xfrm flipV="1">
              <a:off x="6198448" y="2289497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timeline:edge.default:svg-52:0"/>
            <p:cNvCxnSpPr/>
            <p:nvPr/>
          </p:nvCxnSpPr>
          <p:spPr>
            <a:xfrm>
              <a:off x="6198448" y="2351128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timeline:edge.default:svg-56:0"/>
            <p:cNvCxnSpPr/>
            <p:nvPr/>
          </p:nvCxnSpPr>
          <p:spPr>
            <a:xfrm>
              <a:off x="7369447" y="2351128"/>
              <a:ext cx="0" cy="3766920"/>
            </a:xfrm>
            <a:prstGeom prst="line">
              <a:avLst/>
            </a:prstGeom>
            <a:ln w="24652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timeline:edge.default:node-7:0"/>
            <p:cNvCxnSpPr/>
            <p:nvPr/>
          </p:nvCxnSpPr>
          <p:spPr>
            <a:xfrm flipV="1">
              <a:off x="6198448" y="4042298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timeline:edge.default:node-7:1"/>
            <p:cNvCxnSpPr/>
            <p:nvPr/>
          </p:nvCxnSpPr>
          <p:spPr>
            <a:xfrm flipV="1">
              <a:off x="6198448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timeline:edge.default:node-7:2"/>
            <p:cNvCxnSpPr/>
            <p:nvPr/>
          </p:nvCxnSpPr>
          <p:spPr>
            <a:xfrm flipV="1">
              <a:off x="6202300" y="3996074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timeline:edge.default:node-7:3"/>
            <p:cNvCxnSpPr/>
            <p:nvPr/>
          </p:nvCxnSpPr>
          <p:spPr>
            <a:xfrm flipV="1">
              <a:off x="6213856" y="3984518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timeline:edge.default:node-7:4"/>
            <p:cNvCxnSpPr/>
            <p:nvPr/>
          </p:nvCxnSpPr>
          <p:spPr>
            <a:xfrm flipV="1">
              <a:off x="6233116" y="3980666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timeline:edge.default:node-7:5"/>
            <p:cNvCxnSpPr/>
            <p:nvPr/>
          </p:nvCxnSpPr>
          <p:spPr>
            <a:xfrm>
              <a:off x="6260079" y="3980666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timeline:edge.default:node-7:6"/>
            <p:cNvCxnSpPr/>
            <p:nvPr/>
          </p:nvCxnSpPr>
          <p:spPr>
            <a:xfrm>
              <a:off x="8478815" y="3980666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timeline:edge.default:node-7:7"/>
            <p:cNvCxnSpPr/>
            <p:nvPr/>
          </p:nvCxnSpPr>
          <p:spPr>
            <a:xfrm>
              <a:off x="8505779" y="3984518"/>
              <a:ext cx="19260" cy="11556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timeline:edge.default:node-7:8"/>
            <p:cNvCxnSpPr/>
            <p:nvPr/>
          </p:nvCxnSpPr>
          <p:spPr>
            <a:xfrm>
              <a:off x="8525039" y="3996074"/>
              <a:ext cx="11555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timeline:edge.default:node-7:9"/>
            <p:cNvCxnSpPr/>
            <p:nvPr/>
          </p:nvCxnSpPr>
          <p:spPr>
            <a:xfrm>
              <a:off x="8536594" y="4015334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timeline:edge.default:node-7:10"/>
            <p:cNvCxnSpPr/>
            <p:nvPr/>
          </p:nvCxnSpPr>
          <p:spPr>
            <a:xfrm>
              <a:off x="8540446" y="4042298"/>
              <a:ext cx="0" cy="554683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timeline:edge.default:node-7:11"/>
            <p:cNvCxnSpPr/>
            <p:nvPr/>
          </p:nvCxnSpPr>
          <p:spPr>
            <a:xfrm flipH="1">
              <a:off x="6198448" y="4596981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timeline:edge.default:node-7:12"/>
            <p:cNvCxnSpPr/>
            <p:nvPr/>
          </p:nvCxnSpPr>
          <p:spPr>
            <a:xfrm flipV="1">
              <a:off x="6198448" y="4535350"/>
              <a:ext cx="0" cy="61631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timeline:edge.default:svg-61:0"/>
            <p:cNvCxnSpPr/>
            <p:nvPr/>
          </p:nvCxnSpPr>
          <p:spPr>
            <a:xfrm>
              <a:off x="6198448" y="4596981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timeline:edge.default:node-8:0"/>
            <p:cNvCxnSpPr/>
            <p:nvPr/>
          </p:nvCxnSpPr>
          <p:spPr>
            <a:xfrm flipV="1">
              <a:off x="6198448" y="4781876"/>
              <a:ext cx="0" cy="4930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timeline:edge.default:node-8:1"/>
            <p:cNvCxnSpPr/>
            <p:nvPr/>
          </p:nvCxnSpPr>
          <p:spPr>
            <a:xfrm flipV="1">
              <a:off x="6198448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timeline:edge.default:node-8:2"/>
            <p:cNvCxnSpPr/>
            <p:nvPr/>
          </p:nvCxnSpPr>
          <p:spPr>
            <a:xfrm flipV="1">
              <a:off x="6202300" y="4735652"/>
              <a:ext cx="11556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timeline:edge.default:node-8:3"/>
            <p:cNvCxnSpPr/>
            <p:nvPr/>
          </p:nvCxnSpPr>
          <p:spPr>
            <a:xfrm flipV="1">
              <a:off x="6213856" y="4724097"/>
              <a:ext cx="19260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timeline:edge.default:node-8:4"/>
            <p:cNvCxnSpPr/>
            <p:nvPr/>
          </p:nvCxnSpPr>
          <p:spPr>
            <a:xfrm flipV="1">
              <a:off x="6233116" y="4720245"/>
              <a:ext cx="26963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timeline:edge.default:node-8:5"/>
            <p:cNvCxnSpPr/>
            <p:nvPr/>
          </p:nvCxnSpPr>
          <p:spPr>
            <a:xfrm>
              <a:off x="6260079" y="4720245"/>
              <a:ext cx="2218736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timeline:edge.default:node-8:6"/>
            <p:cNvCxnSpPr/>
            <p:nvPr/>
          </p:nvCxnSpPr>
          <p:spPr>
            <a:xfrm>
              <a:off x="8478815" y="4720245"/>
              <a:ext cx="26964" cy="385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timeline:edge.default:node-8:7"/>
            <p:cNvCxnSpPr/>
            <p:nvPr/>
          </p:nvCxnSpPr>
          <p:spPr>
            <a:xfrm>
              <a:off x="8505779" y="4724097"/>
              <a:ext cx="19260" cy="11555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timeline:edge.default:node-8:8"/>
            <p:cNvCxnSpPr/>
            <p:nvPr/>
          </p:nvCxnSpPr>
          <p:spPr>
            <a:xfrm>
              <a:off x="8525039" y="4735652"/>
              <a:ext cx="11555" cy="1926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timeline:edge.default:node-8:9"/>
            <p:cNvCxnSpPr/>
            <p:nvPr/>
          </p:nvCxnSpPr>
          <p:spPr>
            <a:xfrm>
              <a:off x="8536594" y="4754912"/>
              <a:ext cx="3852" cy="2696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timeline:edge.default:node-8:10"/>
            <p:cNvCxnSpPr/>
            <p:nvPr/>
          </p:nvCxnSpPr>
          <p:spPr>
            <a:xfrm>
              <a:off x="8540446" y="4781876"/>
              <a:ext cx="0" cy="554684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timeline:edge.default:node-8:11"/>
            <p:cNvCxnSpPr/>
            <p:nvPr/>
          </p:nvCxnSpPr>
          <p:spPr>
            <a:xfrm flipH="1">
              <a:off x="6198448" y="5336560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timeline:edge.default:node-8:12"/>
            <p:cNvCxnSpPr/>
            <p:nvPr/>
          </p:nvCxnSpPr>
          <p:spPr>
            <a:xfrm flipV="1">
              <a:off x="6198448" y="5274928"/>
              <a:ext cx="0" cy="61632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timeline:edge.default:svg-68:0"/>
            <p:cNvCxnSpPr/>
            <p:nvPr/>
          </p:nvCxnSpPr>
          <p:spPr>
            <a:xfrm>
              <a:off x="6198448" y="5336560"/>
              <a:ext cx="2341998" cy="0"/>
            </a:xfrm>
            <a:prstGeom prst="line">
              <a:avLst/>
            </a:prstGeom>
            <a:ln w="1725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timeline:edge.default:svg-73:0"/>
            <p:cNvCxnSpPr/>
            <p:nvPr/>
          </p:nvCxnSpPr>
          <p:spPr>
            <a:xfrm>
              <a:off x="651609" y="2967444"/>
              <a:ext cx="10970415" cy="0"/>
            </a:xfrm>
            <a:prstGeom prst="line">
              <a:avLst/>
            </a:prstGeom>
            <a:ln w="49305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diagram:timeline:text.default:svg-8"/>
            <p:cNvSpPr txBox="1"/>
            <p:nvPr/>
          </p:nvSpPr>
          <p:spPr>
            <a:xfrm>
              <a:off x="2419941" y="1627019"/>
              <a:ext cx="37965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2024</a:t>
              </a:r>
            </a:p>
          </p:txBody>
        </p:sp>
        <p:sp>
          <p:nvSpPr>
            <p:cNvPr id="135" name="diagram:timeline:text.default:svg-17"/>
            <p:cNvSpPr txBox="1"/>
            <p:nvPr/>
          </p:nvSpPr>
          <p:spPr>
            <a:xfrm>
              <a:off x="2396213" y="4092281"/>
              <a:ext cx="85421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Prototype</a:t>
              </a:r>
            </a:p>
          </p:txBody>
        </p:sp>
        <p:sp>
          <p:nvSpPr>
            <p:cNvPr id="136" name="diagram:timeline:text.default:svg-24"/>
            <p:cNvSpPr txBox="1"/>
            <p:nvPr/>
          </p:nvSpPr>
          <p:spPr>
            <a:xfrm>
              <a:off x="2386722" y="4831859"/>
              <a:ext cx="104403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First users</a:t>
              </a:r>
            </a:p>
          </p:txBody>
        </p:sp>
        <p:sp>
          <p:nvSpPr>
            <p:cNvPr id="137" name="diagram:timeline:text.default:svg-31"/>
            <p:cNvSpPr txBox="1"/>
            <p:nvPr/>
          </p:nvSpPr>
          <p:spPr>
            <a:xfrm>
              <a:off x="4885203" y="1627019"/>
              <a:ext cx="37965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2025</a:t>
              </a:r>
            </a:p>
          </p:txBody>
        </p:sp>
        <p:sp>
          <p:nvSpPr>
            <p:cNvPr id="138" name="diagram:timeline:text.default:svg-40"/>
            <p:cNvSpPr txBox="1"/>
            <p:nvPr/>
          </p:nvSpPr>
          <p:spPr>
            <a:xfrm>
              <a:off x="4851984" y="4092281"/>
              <a:ext cx="104403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Public beta</a:t>
              </a:r>
            </a:p>
          </p:txBody>
        </p:sp>
        <p:sp>
          <p:nvSpPr>
            <p:cNvPr id="139" name="diagram:timeline:text.default:svg-47"/>
            <p:cNvSpPr txBox="1"/>
            <p:nvPr/>
          </p:nvSpPr>
          <p:spPr>
            <a:xfrm>
              <a:off x="4837747" y="4831859"/>
              <a:ext cx="132877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Team workspace</a:t>
              </a:r>
            </a:p>
          </p:txBody>
        </p:sp>
        <p:sp>
          <p:nvSpPr>
            <p:cNvPr id="140" name="diagram:timeline:text.default:svg-54"/>
            <p:cNvSpPr txBox="1"/>
            <p:nvPr/>
          </p:nvSpPr>
          <p:spPr>
            <a:xfrm>
              <a:off x="7350465" y="1627019"/>
              <a:ext cx="37965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2026</a:t>
              </a:r>
            </a:p>
          </p:txBody>
        </p:sp>
        <p:sp>
          <p:nvSpPr>
            <p:cNvPr id="141" name="diagram:timeline:text.default:svg-63"/>
            <p:cNvSpPr txBox="1"/>
            <p:nvPr/>
          </p:nvSpPr>
          <p:spPr>
            <a:xfrm>
              <a:off x="7321991" y="4092281"/>
              <a:ext cx="94912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Automation</a:t>
              </a:r>
            </a:p>
          </p:txBody>
        </p:sp>
        <p:sp>
          <p:nvSpPr>
            <p:cNvPr id="142" name="diagram:timeline:text.default:svg-70"/>
            <p:cNvSpPr txBox="1"/>
            <p:nvPr/>
          </p:nvSpPr>
          <p:spPr>
            <a:xfrm>
              <a:off x="7288771" y="4831859"/>
              <a:ext cx="161351" cy="155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Enterprise launch</a:t>
              </a:r>
            </a:p>
          </p:txBody>
        </p:sp>
        <p:sp>
          <p:nvSpPr>
            <p:cNvPr id="143" name="diagram:timeline:text.default:svg-71"/>
            <p:cNvSpPr txBox="1"/>
            <p:nvPr/>
          </p:nvSpPr>
          <p:spPr>
            <a:xfrm>
              <a:off x="566928" y="1142287"/>
              <a:ext cx="46100" cy="4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6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 evolution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cxnSp>
          <p:nvCxnSpPr>
            <p:cNvPr id="4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sequence.message:svg-25:0"/>
            <p:cNvCxnSpPr/>
            <p:nvPr/>
          </p:nvCxnSpPr>
          <p:spPr>
            <a:xfrm>
              <a:off x="2568133" y="1624223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sequence.message:svg-25:1"/>
            <p:cNvCxnSpPr/>
            <p:nvPr/>
          </p:nvCxnSpPr>
          <p:spPr>
            <a:xfrm flipH="1">
              <a:off x="2568133" y="1687982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zenuml:sequence.message:svg-32:0"/>
            <p:cNvCxnSpPr/>
            <p:nvPr/>
          </p:nvCxnSpPr>
          <p:spPr>
            <a:xfrm>
              <a:off x="2568133" y="1624223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zenuml:sequence.message:svg-32:1"/>
            <p:cNvCxnSpPr/>
            <p:nvPr/>
          </p:nvCxnSpPr>
          <p:spPr>
            <a:xfrm flipH="1">
              <a:off x="2568133" y="1687982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/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diagram:zenuml:text.default:svg-3"/>
            <p:cNvSpPr txBox="1"/>
            <p:nvPr/>
          </p:nvSpPr>
          <p:spPr>
            <a:xfrm>
              <a:off x="2361752" y="1240102"/>
              <a:ext cx="138110" cy="28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sp>
          <p:nvSpPr>
            <p:cNvPr id="63" name="diagram:zenuml:text.default:svg-14"/>
            <p:cNvSpPr txBox="1"/>
            <p:nvPr/>
          </p:nvSpPr>
          <p:spPr>
            <a:xfrm>
              <a:off x="3341581" y="2515274"/>
              <a:ext cx="138110" cy="28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64" name="diagram:zenuml:text.default:svg-17"/>
            <p:cNvSpPr txBox="1"/>
            <p:nvPr/>
          </p:nvSpPr>
          <p:spPr>
            <a:xfrm>
              <a:off x="6379918" y="2515274"/>
              <a:ext cx="86319" cy="28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65" name="diagram:zenuml:text.default:svg-20"/>
            <p:cNvSpPr txBox="1"/>
            <p:nvPr/>
          </p:nvSpPr>
          <p:spPr>
            <a:xfrm>
              <a:off x="8599110" y="2515274"/>
              <a:ext cx="120847" cy="282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sp>
          <p:nvSpPr>
            <p:cNvPr id="66" name="diagram:zenuml:text.default:svg-26"/>
            <p:cNvSpPr txBox="1"/>
            <p:nvPr/>
          </p:nvSpPr>
          <p:spPr>
            <a:xfrm>
              <a:off x="5048246" y="3229077"/>
              <a:ext cx="120847" cy="24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67" name="diagram:zenuml:text.default:svg-27"/>
            <p:cNvSpPr txBox="1"/>
            <p:nvPr/>
          </p:nvSpPr>
          <p:spPr>
            <a:xfrm>
              <a:off x="3846641" y="3231725"/>
              <a:ext cx="12947" cy="21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53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sp>
          <p:nvSpPr>
            <p:cNvPr id="68" name="diagram:zenuml:text.default:svg-33"/>
            <p:cNvSpPr txBox="1"/>
            <p:nvPr/>
          </p:nvSpPr>
          <p:spPr>
            <a:xfrm>
              <a:off x="7399369" y="3856854"/>
              <a:ext cx="166164" cy="24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9" name="diagram:zenuml:text.default:svg-34"/>
            <p:cNvSpPr txBox="1"/>
            <p:nvPr/>
          </p:nvSpPr>
          <p:spPr>
            <a:xfrm>
              <a:off x="6357750" y="3859502"/>
              <a:ext cx="12947" cy="21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53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sp>
          <p:nvSpPr>
            <p:cNvPr id="70" name="diagram:zenuml:text.default:svg-38"/>
            <p:cNvSpPr txBox="1"/>
            <p:nvPr/>
          </p:nvSpPr>
          <p:spPr>
            <a:xfrm>
              <a:off x="7559354" y="4484631"/>
              <a:ext cx="120847" cy="24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71" name="diagram:zenuml:text.default:svg-39"/>
            <p:cNvSpPr txBox="1"/>
            <p:nvPr/>
          </p:nvSpPr>
          <p:spPr>
            <a:xfrm>
              <a:off x="6357750" y="4487280"/>
              <a:ext cx="12947" cy="21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53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sp>
          <p:nvSpPr>
            <p:cNvPr id="72" name="diagram:zenuml:text.default:svg-43"/>
            <p:cNvSpPr txBox="1"/>
            <p:nvPr/>
          </p:nvSpPr>
          <p:spPr>
            <a:xfrm>
              <a:off x="5155360" y="5112408"/>
              <a:ext cx="181270" cy="24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846641" y="5115057"/>
              <a:ext cx="12947" cy="21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53" b="0" i="0">
                  <a:solidFill>
                    <a:srgbClr val="1F2D4D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cxnSp>
          <p:nvCxnSpPr>
            <p:cNvPr id="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ankey:text.default:svg-13"/>
            <p:cNvSpPr txBox="1"/>
            <p:nvPr/>
          </p:nvSpPr>
          <p:spPr>
            <a:xfrm>
              <a:off x="2201742" y="3435342"/>
              <a:ext cx="124623" cy="16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74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Visitors 100</a:t>
              </a:r>
            </a:p>
          </p:txBody>
        </p:sp>
        <p:sp>
          <p:nvSpPr>
            <p:cNvPr id="24" name="diagram:sankey:text.default:svg-14"/>
            <p:cNvSpPr txBox="1"/>
            <p:nvPr/>
          </p:nvSpPr>
          <p:spPr>
            <a:xfrm>
              <a:off x="4869842" y="4498798"/>
              <a:ext cx="93467" cy="16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74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Signup 65</a:t>
              </a:r>
            </a:p>
          </p:txBody>
        </p:sp>
        <p:sp>
          <p:nvSpPr>
            <p:cNvPr id="25" name="diagram:sankey:text.default:svg-15"/>
            <p:cNvSpPr txBox="1"/>
            <p:nvPr/>
          </p:nvSpPr>
          <p:spPr>
            <a:xfrm>
              <a:off x="9888549" y="2781338"/>
              <a:ext cx="72697" cy="16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74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Exit 74</a:t>
              </a:r>
            </a:p>
          </p:txBody>
        </p:sp>
        <p:sp>
          <p:nvSpPr>
            <p:cNvPr id="26" name="diagram:sankey:text.default:svg-16"/>
            <p:cNvSpPr txBox="1"/>
            <p:nvPr/>
          </p:nvSpPr>
          <p:spPr>
            <a:xfrm>
              <a:off x="7230834" y="5107510"/>
              <a:ext cx="83082" cy="16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74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Trial 48</a:t>
              </a:r>
            </a:p>
          </p:txBody>
        </p:sp>
        <p:sp>
          <p:nvSpPr>
            <p:cNvPr id="27" name="diagram:sankey:text.default:svg-17"/>
            <p:cNvSpPr txBox="1"/>
            <p:nvPr/>
          </p:nvSpPr>
          <p:spPr>
            <a:xfrm>
              <a:off x="9888549" y="5660898"/>
              <a:ext cx="72697" cy="16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74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Paid 26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371613" y="932688"/>
            <a:ext cx="7445725" cy="5394959"/>
            <a:chOff x="2371613" y="932688"/>
            <a:chExt cx="7445725" cy="5394959"/>
          </a:xfrm>
        </p:grpSpPr>
        <p:cxnSp>
          <p:nvCxnSpPr>
            <p:cNvPr id="4" name="diagram:xychart:edge.default:svg-13:0"/>
            <p:cNvCxnSpPr/>
            <p:nvPr/>
          </p:nvCxnSpPr>
          <p:spPr>
            <a:xfrm flipV="1">
              <a:off x="3498119" y="3943420"/>
              <a:ext cx="1468116" cy="432916"/>
            </a:xfrm>
            <a:prstGeom prst="line">
              <a:avLst/>
            </a:prstGeom>
            <a:ln w="21273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xychart:edge.default:svg-13:1"/>
            <p:cNvCxnSpPr/>
            <p:nvPr/>
          </p:nvCxnSpPr>
          <p:spPr>
            <a:xfrm flipV="1">
              <a:off x="4966235" y="3294046"/>
              <a:ext cx="1468127" cy="649374"/>
            </a:xfrm>
            <a:prstGeom prst="line">
              <a:avLst/>
            </a:prstGeom>
            <a:ln w="21273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xychart:edge.default:svg-13:2"/>
            <p:cNvCxnSpPr/>
            <p:nvPr/>
          </p:nvCxnSpPr>
          <p:spPr>
            <a:xfrm flipV="1">
              <a:off x="6434362" y="2861130"/>
              <a:ext cx="1468116" cy="432916"/>
            </a:xfrm>
            <a:prstGeom prst="line">
              <a:avLst/>
            </a:prstGeom>
            <a:ln w="21273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xychart:edge.default:svg-13:3"/>
            <p:cNvCxnSpPr/>
            <p:nvPr/>
          </p:nvCxnSpPr>
          <p:spPr>
            <a:xfrm flipV="1">
              <a:off x="7902478" y="2211757"/>
              <a:ext cx="1468117" cy="649373"/>
            </a:xfrm>
            <a:prstGeom prst="line">
              <a:avLst/>
            </a:prstGeom>
            <a:ln w="21273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xychart:edge.default:svg-16:0"/>
            <p:cNvCxnSpPr/>
            <p:nvPr/>
          </p:nvCxnSpPr>
          <p:spPr>
            <a:xfrm>
              <a:off x="3051378" y="5987271"/>
              <a:ext cx="6765960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xychart:edge.default:svg-24:0"/>
            <p:cNvCxnSpPr/>
            <p:nvPr/>
          </p:nvCxnSpPr>
          <p:spPr>
            <a:xfrm>
              <a:off x="3498122" y="5997908"/>
              <a:ext cx="0" cy="53184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xychart:edge.default:svg-25:0"/>
            <p:cNvCxnSpPr/>
            <p:nvPr/>
          </p:nvCxnSpPr>
          <p:spPr>
            <a:xfrm>
              <a:off x="4966240" y="5997908"/>
              <a:ext cx="0" cy="53184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xychart:edge.default:svg-26:0"/>
            <p:cNvCxnSpPr/>
            <p:nvPr/>
          </p:nvCxnSpPr>
          <p:spPr>
            <a:xfrm>
              <a:off x="6434358" y="5997908"/>
              <a:ext cx="0" cy="53184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27:0"/>
            <p:cNvCxnSpPr/>
            <p:nvPr/>
          </p:nvCxnSpPr>
          <p:spPr>
            <a:xfrm>
              <a:off x="7902476" y="5997908"/>
              <a:ext cx="0" cy="53184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28:0"/>
            <p:cNvCxnSpPr/>
            <p:nvPr/>
          </p:nvCxnSpPr>
          <p:spPr>
            <a:xfrm>
              <a:off x="9370595" y="5997908"/>
              <a:ext cx="0" cy="53184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31:0"/>
            <p:cNvCxnSpPr/>
            <p:nvPr/>
          </p:nvCxnSpPr>
          <p:spPr>
            <a:xfrm>
              <a:off x="3040741" y="1477289"/>
              <a:ext cx="0" cy="4499346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45:0"/>
            <p:cNvCxnSpPr/>
            <p:nvPr/>
          </p:nvCxnSpPr>
          <p:spPr>
            <a:xfrm flipH="1">
              <a:off x="2976921" y="1562383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xychart:edge.default:svg-46:0"/>
            <p:cNvCxnSpPr/>
            <p:nvPr/>
          </p:nvCxnSpPr>
          <p:spPr>
            <a:xfrm flipH="1">
              <a:off x="2976921" y="1995299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xychart:edge.default:svg-47:0"/>
            <p:cNvCxnSpPr/>
            <p:nvPr/>
          </p:nvCxnSpPr>
          <p:spPr>
            <a:xfrm flipH="1">
              <a:off x="2976921" y="2428215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xychart:edge.default:svg-48:0"/>
            <p:cNvCxnSpPr/>
            <p:nvPr/>
          </p:nvCxnSpPr>
          <p:spPr>
            <a:xfrm flipH="1">
              <a:off x="2976921" y="2861130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xychart:edge.default:svg-49:0"/>
            <p:cNvCxnSpPr/>
            <p:nvPr/>
          </p:nvCxnSpPr>
          <p:spPr>
            <a:xfrm flipH="1">
              <a:off x="2976921" y="3294046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xychart:edge.default:svg-50:0"/>
            <p:cNvCxnSpPr/>
            <p:nvPr/>
          </p:nvCxnSpPr>
          <p:spPr>
            <a:xfrm flipH="1">
              <a:off x="2976921" y="3726962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xychart:edge.default:svg-51:0"/>
            <p:cNvCxnSpPr/>
            <p:nvPr/>
          </p:nvCxnSpPr>
          <p:spPr>
            <a:xfrm flipH="1">
              <a:off x="2976921" y="4159878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52:0"/>
            <p:cNvCxnSpPr/>
            <p:nvPr/>
          </p:nvCxnSpPr>
          <p:spPr>
            <a:xfrm flipH="1">
              <a:off x="2976921" y="4592793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53:0"/>
            <p:cNvCxnSpPr/>
            <p:nvPr/>
          </p:nvCxnSpPr>
          <p:spPr>
            <a:xfrm flipH="1">
              <a:off x="2976921" y="5025709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54:0"/>
            <p:cNvCxnSpPr/>
            <p:nvPr/>
          </p:nvCxnSpPr>
          <p:spPr>
            <a:xfrm flipH="1">
              <a:off x="2976921" y="5458625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55:0"/>
            <p:cNvCxnSpPr/>
            <p:nvPr/>
          </p:nvCxnSpPr>
          <p:spPr>
            <a:xfrm flipH="1">
              <a:off x="2976921" y="5891541"/>
              <a:ext cx="53183" cy="0"/>
            </a:xfrm>
            <a:prstGeom prst="line">
              <a:avLst/>
            </a:prstGeom>
            <a:ln w="21273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xychart:node.default:svg-2"/>
            <p:cNvSpPr/>
            <p:nvPr/>
          </p:nvSpPr>
          <p:spPr>
            <a:xfrm>
              <a:off x="2371613" y="1009272"/>
              <a:ext cx="7445725" cy="5318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89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xychart:node.default:svg-7"/>
            <p:cNvSpPr/>
            <p:nvPr/>
          </p:nvSpPr>
          <p:spPr>
            <a:xfrm>
              <a:off x="3073715" y="4159878"/>
              <a:ext cx="848812" cy="181675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4891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gram:xychart:node.default:svg-8"/>
            <p:cNvSpPr/>
            <p:nvPr/>
          </p:nvSpPr>
          <p:spPr>
            <a:xfrm>
              <a:off x="4541833" y="3294046"/>
              <a:ext cx="848812" cy="268258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4891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xychart:node.default:svg-9"/>
            <p:cNvSpPr/>
            <p:nvPr/>
          </p:nvSpPr>
          <p:spPr>
            <a:xfrm>
              <a:off x="6009952" y="3726962"/>
              <a:ext cx="848812" cy="22496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4891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gram:xychart:node.default:svg-10"/>
            <p:cNvSpPr/>
            <p:nvPr/>
          </p:nvSpPr>
          <p:spPr>
            <a:xfrm>
              <a:off x="7478070" y="2428215"/>
              <a:ext cx="848812" cy="354842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4891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gram:xychart:node.default:svg-11"/>
            <p:cNvSpPr/>
            <p:nvPr/>
          </p:nvSpPr>
          <p:spPr>
            <a:xfrm>
              <a:off x="8946188" y="1995299"/>
              <a:ext cx="848812" cy="398133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4891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gram:xychart:text.default:svg-4"/>
            <p:cNvSpPr txBox="1"/>
            <p:nvPr/>
          </p:nvSpPr>
          <p:spPr>
            <a:xfrm>
              <a:off x="5995022" y="1228921"/>
              <a:ext cx="198907" cy="191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Weekly throughput</a:t>
              </a:r>
            </a:p>
          </p:txBody>
        </p:sp>
        <p:sp>
          <p:nvSpPr>
            <p:cNvPr id="33" name="diagram:xychart:text.default:svg-18"/>
            <p:cNvSpPr txBox="1"/>
            <p:nvPr/>
          </p:nvSpPr>
          <p:spPr>
            <a:xfrm>
              <a:off x="3485836" y="6094224"/>
              <a:ext cx="2457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Mon</a:t>
              </a:r>
            </a:p>
          </p:txBody>
        </p:sp>
        <p:sp>
          <p:nvSpPr>
            <p:cNvPr id="34" name="diagram:xychart:text.default:svg-19"/>
            <p:cNvSpPr txBox="1"/>
            <p:nvPr/>
          </p:nvSpPr>
          <p:spPr>
            <a:xfrm>
              <a:off x="4953954" y="6094224"/>
              <a:ext cx="2457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Tue</a:t>
              </a:r>
            </a:p>
          </p:txBody>
        </p:sp>
        <p:sp>
          <p:nvSpPr>
            <p:cNvPr id="35" name="diagram:xychart:text.default:svg-20"/>
            <p:cNvSpPr txBox="1"/>
            <p:nvPr/>
          </p:nvSpPr>
          <p:spPr>
            <a:xfrm>
              <a:off x="6422073" y="6094224"/>
              <a:ext cx="2457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Wed</a:t>
              </a:r>
            </a:p>
          </p:txBody>
        </p:sp>
        <p:sp>
          <p:nvSpPr>
            <p:cNvPr id="36" name="diagram:xychart:text.default:svg-21"/>
            <p:cNvSpPr txBox="1"/>
            <p:nvPr/>
          </p:nvSpPr>
          <p:spPr>
            <a:xfrm>
              <a:off x="7890191" y="6094224"/>
              <a:ext cx="2457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Thu</a:t>
              </a:r>
            </a:p>
          </p:txBody>
        </p:sp>
        <p:sp>
          <p:nvSpPr>
            <p:cNvPr id="37" name="diagram:xychart:text.default:svg-22"/>
            <p:cNvSpPr txBox="1"/>
            <p:nvPr/>
          </p:nvSpPr>
          <p:spPr>
            <a:xfrm>
              <a:off x="9358309" y="6094224"/>
              <a:ext cx="2457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Fri</a:t>
              </a:r>
            </a:p>
          </p:txBody>
        </p:sp>
        <p:sp>
          <p:nvSpPr>
            <p:cNvPr id="38" name="diagram:xychart:text.default:svg-33"/>
            <p:cNvSpPr txBox="1"/>
            <p:nvPr/>
          </p:nvSpPr>
          <p:spPr>
            <a:xfrm>
              <a:off x="2915547" y="1552331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</a:t>
              </a:r>
            </a:p>
          </p:txBody>
        </p:sp>
        <p:sp>
          <p:nvSpPr>
            <p:cNvPr id="39" name="diagram:xychart:text.default:svg-34"/>
            <p:cNvSpPr txBox="1"/>
            <p:nvPr/>
          </p:nvSpPr>
          <p:spPr>
            <a:xfrm>
              <a:off x="2915547" y="1985247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18</a:t>
              </a:r>
            </a:p>
          </p:txBody>
        </p:sp>
        <p:sp>
          <p:nvSpPr>
            <p:cNvPr id="40" name="diagram:xychart:text.default:svg-35"/>
            <p:cNvSpPr txBox="1"/>
            <p:nvPr/>
          </p:nvSpPr>
          <p:spPr>
            <a:xfrm>
              <a:off x="2915547" y="2418163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16</a:t>
              </a:r>
            </a:p>
          </p:txBody>
        </p:sp>
        <p:sp>
          <p:nvSpPr>
            <p:cNvPr id="41" name="diagram:xychart:text.default:svg-36"/>
            <p:cNvSpPr txBox="1"/>
            <p:nvPr/>
          </p:nvSpPr>
          <p:spPr>
            <a:xfrm>
              <a:off x="2915547" y="2851079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14</a:t>
              </a:r>
            </a:p>
          </p:txBody>
        </p:sp>
        <p:sp>
          <p:nvSpPr>
            <p:cNvPr id="42" name="diagram:xychart:text.default:svg-37"/>
            <p:cNvSpPr txBox="1"/>
            <p:nvPr/>
          </p:nvSpPr>
          <p:spPr>
            <a:xfrm>
              <a:off x="2915547" y="3283994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12</a:t>
              </a:r>
            </a:p>
          </p:txBody>
        </p:sp>
        <p:sp>
          <p:nvSpPr>
            <p:cNvPr id="43" name="diagram:xychart:text.default:svg-38"/>
            <p:cNvSpPr txBox="1"/>
            <p:nvPr/>
          </p:nvSpPr>
          <p:spPr>
            <a:xfrm>
              <a:off x="2915547" y="3716910"/>
              <a:ext cx="1638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10</a:t>
              </a:r>
            </a:p>
          </p:txBody>
        </p:sp>
        <p:sp>
          <p:nvSpPr>
            <p:cNvPr id="44" name="diagram:xychart:text.default:svg-39"/>
            <p:cNvSpPr txBox="1"/>
            <p:nvPr/>
          </p:nvSpPr>
          <p:spPr>
            <a:xfrm>
              <a:off x="2919642" y="4149826"/>
              <a:ext cx="819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8</a:t>
              </a:r>
            </a:p>
          </p:txBody>
        </p:sp>
        <p:sp>
          <p:nvSpPr>
            <p:cNvPr id="45" name="diagram:xychart:text.default:svg-40"/>
            <p:cNvSpPr txBox="1"/>
            <p:nvPr/>
          </p:nvSpPr>
          <p:spPr>
            <a:xfrm>
              <a:off x="2919642" y="4582742"/>
              <a:ext cx="819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6</a:t>
              </a:r>
            </a:p>
          </p:txBody>
        </p:sp>
        <p:sp>
          <p:nvSpPr>
            <p:cNvPr id="46" name="diagram:xychart:text.default:svg-41"/>
            <p:cNvSpPr txBox="1"/>
            <p:nvPr/>
          </p:nvSpPr>
          <p:spPr>
            <a:xfrm>
              <a:off x="2919642" y="5015657"/>
              <a:ext cx="819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4</a:t>
              </a:r>
            </a:p>
          </p:txBody>
        </p:sp>
        <p:sp>
          <p:nvSpPr>
            <p:cNvPr id="47" name="diagram:xychart:text.default:svg-42"/>
            <p:cNvSpPr txBox="1"/>
            <p:nvPr/>
          </p:nvSpPr>
          <p:spPr>
            <a:xfrm>
              <a:off x="2919642" y="5448573"/>
              <a:ext cx="819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</a:t>
              </a:r>
            </a:p>
          </p:txBody>
        </p:sp>
        <p:sp>
          <p:nvSpPr>
            <p:cNvPr id="48" name="diagram:xychart:text.default:svg-43"/>
            <p:cNvSpPr txBox="1"/>
            <p:nvPr/>
          </p:nvSpPr>
          <p:spPr>
            <a:xfrm>
              <a:off x="2919642" y="5881489"/>
              <a:ext cx="8190" cy="13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0</a:t>
              </a:r>
            </a:p>
          </p:txBody>
        </p:sp>
        <p:sp>
          <p:nvSpPr>
            <p:cNvPr id="49" name="diagram:xychart:text.default:svg-57"/>
            <p:cNvSpPr txBox="1"/>
            <p:nvPr/>
          </p:nvSpPr>
          <p:spPr>
            <a:xfrm>
              <a:off x="5077815" y="932688"/>
              <a:ext cx="15316" cy="468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0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cxnSp>
          <p:nvCxnSpPr>
            <p:cNvPr id="4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50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input"/>
            <p:cNvSpPr txBox="1"/>
            <p:nvPr/>
          </p:nvSpPr>
          <p:spPr>
            <a:xfrm>
              <a:off x="1482093" y="3154306"/>
              <a:ext cx="164320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7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50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50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803880"/>
            <a:ext cx="11055095" cy="1652574"/>
            <a:chOff x="566928" y="2803880"/>
            <a:chExt cx="11055095" cy="1652574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72888" y="2832870"/>
              <a:ext cx="2720154" cy="346792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37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node.default:svg-6"/>
            <p:cNvSpPr/>
            <p:nvPr/>
          </p:nvSpPr>
          <p:spPr>
            <a:xfrm>
              <a:off x="3347228" y="2832870"/>
              <a:ext cx="2720154" cy="346792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37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acket:node.default:svg-10"/>
            <p:cNvSpPr/>
            <p:nvPr/>
          </p:nvSpPr>
          <p:spPr>
            <a:xfrm>
              <a:off x="6121569" y="2832870"/>
              <a:ext cx="5494494" cy="346792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37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acket:node.default:svg-15"/>
            <p:cNvSpPr/>
            <p:nvPr/>
          </p:nvSpPr>
          <p:spPr>
            <a:xfrm>
              <a:off x="572888" y="3342221"/>
              <a:ext cx="11043175" cy="346792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37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acket:node.default:svg-20"/>
            <p:cNvSpPr/>
            <p:nvPr/>
          </p:nvSpPr>
          <p:spPr>
            <a:xfrm>
              <a:off x="572888" y="3851573"/>
              <a:ext cx="11043175" cy="346792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37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3"/>
            <p:cNvSpPr txBox="1"/>
            <p:nvPr/>
          </p:nvSpPr>
          <p:spPr>
            <a:xfrm>
              <a:off x="1907931" y="2997488"/>
              <a:ext cx="50068" cy="11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2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Version</a:t>
              </a:r>
            </a:p>
          </p:txBody>
        </p:sp>
        <p:sp>
          <p:nvSpPr>
            <p:cNvPr id="10" name="diagram:packet:text.default:svg-4"/>
            <p:cNvSpPr txBox="1"/>
            <p:nvPr/>
          </p:nvSpPr>
          <p:spPr>
            <a:xfrm>
              <a:off x="569908" y="2803880"/>
              <a:ext cx="596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0</a:t>
              </a:r>
            </a:p>
          </p:txBody>
        </p:sp>
        <p:sp>
          <p:nvSpPr>
            <p:cNvPr id="11" name="diagram:packet:text.default:svg-5"/>
            <p:cNvSpPr txBox="1"/>
            <p:nvPr/>
          </p:nvSpPr>
          <p:spPr>
            <a:xfrm>
              <a:off x="3290062" y="2803880"/>
              <a:ext cx="596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7</a:t>
              </a:r>
            </a:p>
          </p:txBody>
        </p:sp>
        <p:sp>
          <p:nvSpPr>
            <p:cNvPr id="12" name="diagram:packet:text.default:svg-7"/>
            <p:cNvSpPr txBox="1"/>
            <p:nvPr/>
          </p:nvSpPr>
          <p:spPr>
            <a:xfrm>
              <a:off x="4689424" y="2997488"/>
              <a:ext cx="35762" cy="11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2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Flags</a:t>
              </a:r>
            </a:p>
          </p:txBody>
        </p:sp>
        <p:sp>
          <p:nvSpPr>
            <p:cNvPr id="13" name="diagram:packet:text.default:svg-8"/>
            <p:cNvSpPr txBox="1"/>
            <p:nvPr/>
          </p:nvSpPr>
          <p:spPr>
            <a:xfrm>
              <a:off x="3344248" y="2803880"/>
              <a:ext cx="596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8</a:t>
              </a:r>
            </a:p>
          </p:txBody>
        </p:sp>
        <p:sp>
          <p:nvSpPr>
            <p:cNvPr id="14" name="diagram:packet:text.default:svg-9"/>
            <p:cNvSpPr txBox="1"/>
            <p:nvPr/>
          </p:nvSpPr>
          <p:spPr>
            <a:xfrm>
              <a:off x="6061422" y="2803880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15</a:t>
              </a:r>
            </a:p>
          </p:txBody>
        </p:sp>
        <p:sp>
          <p:nvSpPr>
            <p:cNvPr id="15" name="diagram:packet:text.default:svg-11"/>
            <p:cNvSpPr txBox="1"/>
            <p:nvPr/>
          </p:nvSpPr>
          <p:spPr>
            <a:xfrm>
              <a:off x="8847358" y="2997488"/>
              <a:ext cx="42915" cy="11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2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Length</a:t>
              </a:r>
            </a:p>
          </p:txBody>
        </p:sp>
        <p:sp>
          <p:nvSpPr>
            <p:cNvPr id="16" name="diagram:packet:text.default:svg-12"/>
            <p:cNvSpPr txBox="1"/>
            <p:nvPr/>
          </p:nvSpPr>
          <p:spPr>
            <a:xfrm>
              <a:off x="6115608" y="2803880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16</a:t>
              </a:r>
            </a:p>
          </p:txBody>
        </p:sp>
        <p:sp>
          <p:nvSpPr>
            <p:cNvPr id="17" name="diagram:packet:text.default:svg-13"/>
            <p:cNvSpPr txBox="1"/>
            <p:nvPr/>
          </p:nvSpPr>
          <p:spPr>
            <a:xfrm>
              <a:off x="11610103" y="2803880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31</a:t>
              </a:r>
            </a:p>
          </p:txBody>
        </p:sp>
        <p:sp>
          <p:nvSpPr>
            <p:cNvPr id="18" name="diagram:packet:text.default:svg-16"/>
            <p:cNvSpPr txBox="1"/>
            <p:nvPr/>
          </p:nvSpPr>
          <p:spPr>
            <a:xfrm>
              <a:off x="6058713" y="3506839"/>
              <a:ext cx="71525" cy="11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2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 ID</a:t>
              </a:r>
            </a:p>
          </p:txBody>
        </p:sp>
        <p:sp>
          <p:nvSpPr>
            <p:cNvPr id="19" name="diagram:packet:text.default:svg-17"/>
            <p:cNvSpPr txBox="1"/>
            <p:nvPr/>
          </p:nvSpPr>
          <p:spPr>
            <a:xfrm>
              <a:off x="566928" y="3313232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32</a:t>
              </a:r>
            </a:p>
          </p:txBody>
        </p:sp>
        <p:sp>
          <p:nvSpPr>
            <p:cNvPr id="20" name="diagram:packet:text.default:svg-18"/>
            <p:cNvSpPr txBox="1"/>
            <p:nvPr/>
          </p:nvSpPr>
          <p:spPr>
            <a:xfrm>
              <a:off x="11610103" y="3313232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63</a:t>
              </a:r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6069441" y="4016191"/>
              <a:ext cx="50068" cy="11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2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822583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610103" y="3822583"/>
              <a:ext cx="11920" cy="9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6063156" y="4442800"/>
              <a:ext cx="116825" cy="136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21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6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14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Backlog</a:t>
              </a:r>
            </a:p>
          </p:txBody>
        </p:sp>
        <p:sp>
          <p:nvSpPr>
            <p:cNvPr id="6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6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15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In progress</a:t>
              </a:r>
            </a:p>
          </p:txBody>
        </p:sp>
        <p:sp>
          <p:nvSpPr>
            <p:cNvPr id="8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6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/>
              </a:r>
            </a:p>
          </p:txBody>
        </p:sp>
        <p:sp>
          <p:nvSpPr>
            <p:cNvPr id="16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Done</a:t>
              </a:r>
            </a:p>
          </p:txBody>
        </p:sp>
        <p:sp>
          <p:nvSpPr>
            <p:cNvPr id="10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kanban:text.default:task1"/>
            <p:cNvSpPr txBox="1"/>
            <p:nvPr/>
          </p:nvSpPr>
          <p:spPr>
            <a:xfrm>
              <a:off x="884082" y="3104597"/>
              <a:ext cx="1330066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Research</a:t>
              </a:r>
            </a:p>
          </p:txBody>
        </p:sp>
        <p:sp>
          <p:nvSpPr>
            <p:cNvPr id="11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kanban:text.default:task2"/>
            <p:cNvSpPr txBox="1"/>
            <p:nvPr/>
          </p:nvSpPr>
          <p:spPr>
            <a:xfrm>
              <a:off x="884082" y="3992630"/>
              <a:ext cx="1001301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Design</a:t>
              </a:r>
            </a:p>
          </p:txBody>
        </p:sp>
        <p:sp>
          <p:nvSpPr>
            <p:cNvPr id="12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kanban:text.default:task3"/>
            <p:cNvSpPr txBox="1"/>
            <p:nvPr/>
          </p:nvSpPr>
          <p:spPr>
            <a:xfrm>
              <a:off x="4599319" y="3104597"/>
              <a:ext cx="2302484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Implementation</a:t>
              </a:r>
            </a:p>
          </p:txBody>
        </p:sp>
        <p:sp>
          <p:nvSpPr>
            <p:cNvPr id="13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kanban:text.default:task4"/>
            <p:cNvSpPr txBox="1"/>
            <p:nvPr/>
          </p:nvSpPr>
          <p:spPr>
            <a:xfrm>
              <a:off x="8314556" y="3104597"/>
              <a:ext cx="1398877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71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43695" y="932688"/>
            <a:ext cx="5101560" cy="5394959"/>
            <a:chOff x="3543695" y="932688"/>
            <a:chExt cx="5101560" cy="5394959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51532" y="2139257"/>
              <a:ext cx="1685887" cy="0"/>
            </a:xfrm>
            <a:prstGeom prst="line">
              <a:avLst/>
            </a:prstGeom>
            <a:ln w="4182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architecture:edge.default:worker--db:0"/>
            <p:cNvCxnSpPr/>
            <p:nvPr/>
          </p:nvCxnSpPr>
          <p:spPr>
            <a:xfrm>
              <a:off x="7495080" y="2696918"/>
              <a:ext cx="0" cy="1685887"/>
            </a:xfrm>
            <a:prstGeom prst="line">
              <a:avLst/>
            </a:prstGeom>
            <a:ln w="4182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architecture:edge.default:service-api:0"/>
            <p:cNvCxnSpPr/>
            <p:nvPr/>
          </p:nvCxnSpPr>
          <p:spPr>
            <a:xfrm>
              <a:off x="4380187" y="2034695"/>
              <a:ext cx="627368" cy="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architecture:edge.default:service-api:0"/>
            <p:cNvCxnSpPr/>
            <p:nvPr/>
          </p:nvCxnSpPr>
          <p:spPr>
            <a:xfrm>
              <a:off x="4380187" y="2243818"/>
              <a:ext cx="627368" cy="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architecture:edge.default:service-api:0"/>
            <p:cNvCxnSpPr/>
            <p:nvPr/>
          </p:nvCxnSpPr>
          <p:spPr>
            <a:xfrm flipH="1">
              <a:off x="4919321" y="1930134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architecture:edge.default:service-api:1"/>
            <p:cNvCxnSpPr/>
            <p:nvPr/>
          </p:nvCxnSpPr>
          <p:spPr>
            <a:xfrm flipH="1">
              <a:off x="4916325" y="1932811"/>
              <a:ext cx="2996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architecture:edge.default:service-api:2"/>
            <p:cNvCxnSpPr/>
            <p:nvPr/>
          </p:nvCxnSpPr>
          <p:spPr>
            <a:xfrm flipH="1">
              <a:off x="4911892" y="1935031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architecture:edge.default:service-api:3"/>
            <p:cNvCxnSpPr/>
            <p:nvPr/>
          </p:nvCxnSpPr>
          <p:spPr>
            <a:xfrm flipH="1">
              <a:off x="4906479" y="1936545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4"/>
            <p:cNvCxnSpPr/>
            <p:nvPr/>
          </p:nvCxnSpPr>
          <p:spPr>
            <a:xfrm flipH="1">
              <a:off x="4760093" y="1937105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architecture:edge.default:service-api:5"/>
            <p:cNvCxnSpPr/>
            <p:nvPr/>
          </p:nvCxnSpPr>
          <p:spPr>
            <a:xfrm flipH="1" flipV="1">
              <a:off x="4754680" y="1936545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architecture:edge.default:service-api:6"/>
            <p:cNvCxnSpPr/>
            <p:nvPr/>
          </p:nvCxnSpPr>
          <p:spPr>
            <a:xfrm flipH="1" flipV="1">
              <a:off x="4750247" y="1935031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7"/>
            <p:cNvCxnSpPr/>
            <p:nvPr/>
          </p:nvCxnSpPr>
          <p:spPr>
            <a:xfrm flipH="1" flipV="1">
              <a:off x="4747252" y="1932811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8"/>
            <p:cNvCxnSpPr/>
            <p:nvPr/>
          </p:nvCxnSpPr>
          <p:spPr>
            <a:xfrm flipH="1" flipV="1">
              <a:off x="4746152" y="1930134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9"/>
            <p:cNvCxnSpPr/>
            <p:nvPr/>
          </p:nvCxnSpPr>
          <p:spPr>
            <a:xfrm flipV="1">
              <a:off x="4746152" y="19274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10"/>
            <p:cNvCxnSpPr/>
            <p:nvPr/>
          </p:nvCxnSpPr>
          <p:spPr>
            <a:xfrm flipV="1">
              <a:off x="4747252" y="1925237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11"/>
            <p:cNvCxnSpPr/>
            <p:nvPr/>
          </p:nvCxnSpPr>
          <p:spPr>
            <a:xfrm flipV="1">
              <a:off x="4750247" y="1923723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12"/>
            <p:cNvCxnSpPr/>
            <p:nvPr/>
          </p:nvCxnSpPr>
          <p:spPr>
            <a:xfrm flipV="1">
              <a:off x="4754680" y="1923163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13"/>
            <p:cNvCxnSpPr/>
            <p:nvPr/>
          </p:nvCxnSpPr>
          <p:spPr>
            <a:xfrm>
              <a:off x="4760093" y="1923163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14"/>
            <p:cNvCxnSpPr/>
            <p:nvPr/>
          </p:nvCxnSpPr>
          <p:spPr>
            <a:xfrm>
              <a:off x="4906479" y="1923163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15"/>
            <p:cNvCxnSpPr/>
            <p:nvPr/>
          </p:nvCxnSpPr>
          <p:spPr>
            <a:xfrm>
              <a:off x="4911892" y="1923723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6"/>
            <p:cNvCxnSpPr/>
            <p:nvPr/>
          </p:nvCxnSpPr>
          <p:spPr>
            <a:xfrm>
              <a:off x="4916325" y="1925237"/>
              <a:ext cx="2996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7"/>
            <p:cNvCxnSpPr/>
            <p:nvPr/>
          </p:nvCxnSpPr>
          <p:spPr>
            <a:xfrm>
              <a:off x="4919321" y="19274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0"/>
            <p:cNvCxnSpPr/>
            <p:nvPr/>
          </p:nvCxnSpPr>
          <p:spPr>
            <a:xfrm flipH="1">
              <a:off x="4919321" y="21392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"/>
            <p:cNvCxnSpPr/>
            <p:nvPr/>
          </p:nvCxnSpPr>
          <p:spPr>
            <a:xfrm flipH="1">
              <a:off x="4916325" y="2141934"/>
              <a:ext cx="2996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2"/>
            <p:cNvCxnSpPr/>
            <p:nvPr/>
          </p:nvCxnSpPr>
          <p:spPr>
            <a:xfrm flipH="1">
              <a:off x="4911892" y="2144154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3"/>
            <p:cNvCxnSpPr/>
            <p:nvPr/>
          </p:nvCxnSpPr>
          <p:spPr>
            <a:xfrm flipH="1">
              <a:off x="4906479" y="2145668"/>
              <a:ext cx="5413" cy="55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4"/>
            <p:cNvCxnSpPr/>
            <p:nvPr/>
          </p:nvCxnSpPr>
          <p:spPr>
            <a:xfrm flipH="1">
              <a:off x="4760093" y="2146227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5"/>
            <p:cNvCxnSpPr/>
            <p:nvPr/>
          </p:nvCxnSpPr>
          <p:spPr>
            <a:xfrm flipH="1" flipV="1">
              <a:off x="4754680" y="2145668"/>
              <a:ext cx="5413" cy="55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architecture:edge.default:service-api:6"/>
            <p:cNvCxnSpPr/>
            <p:nvPr/>
          </p:nvCxnSpPr>
          <p:spPr>
            <a:xfrm flipH="1" flipV="1">
              <a:off x="4750247" y="2144154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architecture:edge.default:service-api:7"/>
            <p:cNvCxnSpPr/>
            <p:nvPr/>
          </p:nvCxnSpPr>
          <p:spPr>
            <a:xfrm flipH="1" flipV="1">
              <a:off x="4747252" y="2141934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8"/>
            <p:cNvCxnSpPr/>
            <p:nvPr/>
          </p:nvCxnSpPr>
          <p:spPr>
            <a:xfrm flipH="1" flipV="1">
              <a:off x="4746152" y="21392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9"/>
            <p:cNvCxnSpPr/>
            <p:nvPr/>
          </p:nvCxnSpPr>
          <p:spPr>
            <a:xfrm flipV="1">
              <a:off x="4746152" y="21365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10"/>
            <p:cNvCxnSpPr/>
            <p:nvPr/>
          </p:nvCxnSpPr>
          <p:spPr>
            <a:xfrm flipV="1">
              <a:off x="4747252" y="2134360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11"/>
            <p:cNvCxnSpPr/>
            <p:nvPr/>
          </p:nvCxnSpPr>
          <p:spPr>
            <a:xfrm flipV="1">
              <a:off x="4750247" y="213284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12"/>
            <p:cNvCxnSpPr/>
            <p:nvPr/>
          </p:nvCxnSpPr>
          <p:spPr>
            <a:xfrm flipV="1">
              <a:off x="4754680" y="2132286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13"/>
            <p:cNvCxnSpPr/>
            <p:nvPr/>
          </p:nvCxnSpPr>
          <p:spPr>
            <a:xfrm>
              <a:off x="4760093" y="2132286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14"/>
            <p:cNvCxnSpPr/>
            <p:nvPr/>
          </p:nvCxnSpPr>
          <p:spPr>
            <a:xfrm>
              <a:off x="4906479" y="2132286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15"/>
            <p:cNvCxnSpPr/>
            <p:nvPr/>
          </p:nvCxnSpPr>
          <p:spPr>
            <a:xfrm>
              <a:off x="4911892" y="213284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16"/>
            <p:cNvCxnSpPr/>
            <p:nvPr/>
          </p:nvCxnSpPr>
          <p:spPr>
            <a:xfrm>
              <a:off x="4916325" y="2134360"/>
              <a:ext cx="2996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7"/>
            <p:cNvCxnSpPr/>
            <p:nvPr/>
          </p:nvCxnSpPr>
          <p:spPr>
            <a:xfrm>
              <a:off x="4919321" y="21365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0"/>
            <p:cNvCxnSpPr/>
            <p:nvPr/>
          </p:nvCxnSpPr>
          <p:spPr>
            <a:xfrm flipH="1">
              <a:off x="4919321" y="23483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"/>
            <p:cNvCxnSpPr/>
            <p:nvPr/>
          </p:nvCxnSpPr>
          <p:spPr>
            <a:xfrm flipH="1">
              <a:off x="4916325" y="2351057"/>
              <a:ext cx="2996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2"/>
            <p:cNvCxnSpPr/>
            <p:nvPr/>
          </p:nvCxnSpPr>
          <p:spPr>
            <a:xfrm flipH="1">
              <a:off x="4911892" y="235327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3"/>
            <p:cNvCxnSpPr/>
            <p:nvPr/>
          </p:nvCxnSpPr>
          <p:spPr>
            <a:xfrm flipH="1">
              <a:off x="4906479" y="2354790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4"/>
            <p:cNvCxnSpPr/>
            <p:nvPr/>
          </p:nvCxnSpPr>
          <p:spPr>
            <a:xfrm flipH="1">
              <a:off x="4760093" y="2355350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5"/>
            <p:cNvCxnSpPr/>
            <p:nvPr/>
          </p:nvCxnSpPr>
          <p:spPr>
            <a:xfrm flipH="1" flipV="1">
              <a:off x="4754680" y="2354790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6"/>
            <p:cNvCxnSpPr/>
            <p:nvPr/>
          </p:nvCxnSpPr>
          <p:spPr>
            <a:xfrm flipH="1" flipV="1">
              <a:off x="4750247" y="235327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architecture:edge.default:service-api:7"/>
            <p:cNvCxnSpPr/>
            <p:nvPr/>
          </p:nvCxnSpPr>
          <p:spPr>
            <a:xfrm flipH="1" flipV="1">
              <a:off x="4747252" y="2351057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architecture:edge.default:service-api:8"/>
            <p:cNvCxnSpPr/>
            <p:nvPr/>
          </p:nvCxnSpPr>
          <p:spPr>
            <a:xfrm flipH="1" flipV="1">
              <a:off x="4746152" y="23483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9"/>
            <p:cNvCxnSpPr/>
            <p:nvPr/>
          </p:nvCxnSpPr>
          <p:spPr>
            <a:xfrm flipV="1">
              <a:off x="4746152" y="2345702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10"/>
            <p:cNvCxnSpPr/>
            <p:nvPr/>
          </p:nvCxnSpPr>
          <p:spPr>
            <a:xfrm flipV="1">
              <a:off x="4747252" y="2343482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11"/>
            <p:cNvCxnSpPr/>
            <p:nvPr/>
          </p:nvCxnSpPr>
          <p:spPr>
            <a:xfrm flipV="1">
              <a:off x="4750247" y="2341969"/>
              <a:ext cx="4433" cy="1513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12"/>
            <p:cNvCxnSpPr/>
            <p:nvPr/>
          </p:nvCxnSpPr>
          <p:spPr>
            <a:xfrm flipV="1">
              <a:off x="4754680" y="2341409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13"/>
            <p:cNvCxnSpPr/>
            <p:nvPr/>
          </p:nvCxnSpPr>
          <p:spPr>
            <a:xfrm>
              <a:off x="4760093" y="2341409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14"/>
            <p:cNvCxnSpPr/>
            <p:nvPr/>
          </p:nvCxnSpPr>
          <p:spPr>
            <a:xfrm>
              <a:off x="4906479" y="2341409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15"/>
            <p:cNvCxnSpPr/>
            <p:nvPr/>
          </p:nvCxnSpPr>
          <p:spPr>
            <a:xfrm>
              <a:off x="4911892" y="2341969"/>
              <a:ext cx="4433" cy="1513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16"/>
            <p:cNvCxnSpPr/>
            <p:nvPr/>
          </p:nvCxnSpPr>
          <p:spPr>
            <a:xfrm>
              <a:off x="4916325" y="2343482"/>
              <a:ext cx="2996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17"/>
            <p:cNvCxnSpPr/>
            <p:nvPr/>
          </p:nvCxnSpPr>
          <p:spPr>
            <a:xfrm>
              <a:off x="4919321" y="2345702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5" name="diagram:architecture:node.default:service-api"/>
            <p:cNvSpPr/>
            <p:nvPr/>
          </p:nvSpPr>
          <p:spPr>
            <a:xfrm>
              <a:off x="4136210" y="1581596"/>
              <a:ext cx="1115321" cy="1115321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diagram:architecture:node.default:service-api"/>
            <p:cNvSpPr/>
            <p:nvPr/>
          </p:nvSpPr>
          <p:spPr>
            <a:xfrm>
              <a:off x="4380187" y="1825572"/>
              <a:ext cx="627368" cy="627368"/>
            </a:xfrm>
            <a:prstGeom prst="roundRect">
              <a:avLst/>
            </a:prstGeom>
            <a:noFill/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diagram:architecture:node.default:service-api"/>
            <p:cNvSpPr/>
            <p:nvPr/>
          </p:nvSpPr>
          <p:spPr>
            <a:xfrm>
              <a:off x="4746152" y="1923163"/>
              <a:ext cx="174269" cy="13942"/>
            </a:xfrm>
            <a:custGeom>
              <a:avLst/>
              <a:gdLst/>
              <a:ahLst/>
              <a:cxnLst/>
              <a:rect l="l" t="t" r="r" b="b"/>
              <a:pathLst>
                <a:path w="174269" h="13942">
                  <a:moveTo>
                    <a:pt x="174269" y="6971"/>
                  </a:moveTo>
                  <a:lnTo>
                    <a:pt x="173169" y="9648"/>
                  </a:lnTo>
                  <a:lnTo>
                    <a:pt x="170173" y="11868"/>
                  </a:lnTo>
                  <a:lnTo>
                    <a:pt x="165740" y="13382"/>
                  </a:lnTo>
                  <a:lnTo>
                    <a:pt x="160327" y="13942"/>
                  </a:lnTo>
                  <a:lnTo>
                    <a:pt x="13941" y="13942"/>
                  </a:lnTo>
                  <a:lnTo>
                    <a:pt x="8528" y="13382"/>
                  </a:lnTo>
                  <a:lnTo>
                    <a:pt x="4095" y="11868"/>
                  </a:lnTo>
                  <a:lnTo>
                    <a:pt x="1100" y="9648"/>
                  </a:lnTo>
                  <a:lnTo>
                    <a:pt x="0" y="6971"/>
                  </a:lnTo>
                  <a:lnTo>
                    <a:pt x="1100" y="4294"/>
                  </a:lnTo>
                  <a:lnTo>
                    <a:pt x="4095" y="2074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0" y="560"/>
                  </a:lnTo>
                  <a:lnTo>
                    <a:pt x="170173" y="2074"/>
                  </a:lnTo>
                  <a:lnTo>
                    <a:pt x="173169" y="4294"/>
                  </a:lnTo>
                  <a:lnTo>
                    <a:pt x="174269" y="6971"/>
                  </a:lnTo>
                  <a:lnTo>
                    <a:pt x="174269" y="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diagram:architecture:node.default:service-api"/>
            <p:cNvSpPr/>
            <p:nvPr/>
          </p:nvSpPr>
          <p:spPr>
            <a:xfrm>
              <a:off x="4746152" y="2132286"/>
              <a:ext cx="174269" cy="13941"/>
            </a:xfrm>
            <a:custGeom>
              <a:avLst/>
              <a:gdLst/>
              <a:ahLst/>
              <a:cxnLst/>
              <a:rect l="l" t="t" r="r" b="b"/>
              <a:pathLst>
                <a:path w="174269" h="13941">
                  <a:moveTo>
                    <a:pt x="174269" y="6971"/>
                  </a:moveTo>
                  <a:lnTo>
                    <a:pt x="173169" y="9648"/>
                  </a:lnTo>
                  <a:lnTo>
                    <a:pt x="170173" y="11868"/>
                  </a:lnTo>
                  <a:lnTo>
                    <a:pt x="165740" y="13382"/>
                  </a:lnTo>
                  <a:lnTo>
                    <a:pt x="160327" y="13941"/>
                  </a:lnTo>
                  <a:lnTo>
                    <a:pt x="13941" y="13941"/>
                  </a:lnTo>
                  <a:lnTo>
                    <a:pt x="8528" y="13382"/>
                  </a:lnTo>
                  <a:lnTo>
                    <a:pt x="4095" y="11868"/>
                  </a:lnTo>
                  <a:lnTo>
                    <a:pt x="1100" y="9648"/>
                  </a:lnTo>
                  <a:lnTo>
                    <a:pt x="0" y="6971"/>
                  </a:lnTo>
                  <a:lnTo>
                    <a:pt x="1100" y="4293"/>
                  </a:lnTo>
                  <a:lnTo>
                    <a:pt x="4095" y="2074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0" y="560"/>
                  </a:lnTo>
                  <a:lnTo>
                    <a:pt x="170173" y="2074"/>
                  </a:lnTo>
                  <a:lnTo>
                    <a:pt x="173169" y="4293"/>
                  </a:lnTo>
                  <a:lnTo>
                    <a:pt x="174269" y="6971"/>
                  </a:lnTo>
                  <a:lnTo>
                    <a:pt x="174269" y="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diagram:architecture:node.default:service-api"/>
            <p:cNvSpPr/>
            <p:nvPr/>
          </p:nvSpPr>
          <p:spPr>
            <a:xfrm>
              <a:off x="4746152" y="2341409"/>
              <a:ext cx="174269" cy="13941"/>
            </a:xfrm>
            <a:custGeom>
              <a:avLst/>
              <a:gdLst/>
              <a:ahLst/>
              <a:cxnLst/>
              <a:rect l="l" t="t" r="r" b="b"/>
              <a:pathLst>
                <a:path w="174269" h="13941">
                  <a:moveTo>
                    <a:pt x="174269" y="6970"/>
                  </a:moveTo>
                  <a:lnTo>
                    <a:pt x="173169" y="9648"/>
                  </a:lnTo>
                  <a:lnTo>
                    <a:pt x="170173" y="11867"/>
                  </a:lnTo>
                  <a:lnTo>
                    <a:pt x="165740" y="13381"/>
                  </a:lnTo>
                  <a:lnTo>
                    <a:pt x="160327" y="13941"/>
                  </a:lnTo>
                  <a:lnTo>
                    <a:pt x="13941" y="13941"/>
                  </a:lnTo>
                  <a:lnTo>
                    <a:pt x="8528" y="13381"/>
                  </a:lnTo>
                  <a:lnTo>
                    <a:pt x="4095" y="11867"/>
                  </a:lnTo>
                  <a:lnTo>
                    <a:pt x="1100" y="9648"/>
                  </a:lnTo>
                  <a:lnTo>
                    <a:pt x="0" y="6970"/>
                  </a:lnTo>
                  <a:lnTo>
                    <a:pt x="1100" y="4293"/>
                  </a:lnTo>
                  <a:lnTo>
                    <a:pt x="4095" y="2073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0" y="560"/>
                  </a:lnTo>
                  <a:lnTo>
                    <a:pt x="170173" y="2073"/>
                  </a:lnTo>
                  <a:lnTo>
                    <a:pt x="173169" y="4293"/>
                  </a:lnTo>
                  <a:lnTo>
                    <a:pt x="174269" y="6970"/>
                  </a:lnTo>
                  <a:lnTo>
                    <a:pt x="174269" y="6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diagram:architecture:node.default:service-api"/>
            <p:cNvSpPr/>
            <p:nvPr/>
          </p:nvSpPr>
          <p:spPr>
            <a:xfrm>
              <a:off x="4578853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diagram:architecture:node.default:service-api"/>
            <p:cNvSpPr/>
            <p:nvPr/>
          </p:nvSpPr>
          <p:spPr>
            <a:xfrm>
              <a:off x="4509146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diagram:architecture:node.default:service-api"/>
            <p:cNvSpPr/>
            <p:nvPr/>
          </p:nvSpPr>
          <p:spPr>
            <a:xfrm>
              <a:off x="4439438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diagram:architecture:node.default:service-api"/>
            <p:cNvSpPr/>
            <p:nvPr/>
          </p:nvSpPr>
          <p:spPr>
            <a:xfrm>
              <a:off x="4578853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diagram:architecture:node.default:service-api"/>
            <p:cNvSpPr/>
            <p:nvPr/>
          </p:nvSpPr>
          <p:spPr>
            <a:xfrm>
              <a:off x="4509146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diagram:architecture:node.default:service-api"/>
            <p:cNvSpPr/>
            <p:nvPr/>
          </p:nvSpPr>
          <p:spPr>
            <a:xfrm>
              <a:off x="4439438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diagram:architecture:node.default:service-api"/>
            <p:cNvSpPr/>
            <p:nvPr/>
          </p:nvSpPr>
          <p:spPr>
            <a:xfrm>
              <a:off x="4578853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diagram:architecture:node.default:service-api"/>
            <p:cNvSpPr/>
            <p:nvPr/>
          </p:nvSpPr>
          <p:spPr>
            <a:xfrm>
              <a:off x="4509146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diagram:architecture:node.default:service-api"/>
            <p:cNvSpPr/>
            <p:nvPr/>
          </p:nvSpPr>
          <p:spPr>
            <a:xfrm>
              <a:off x="4439438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diagram:architecture:text.default:service-api"/>
            <p:cNvSpPr txBox="1"/>
            <p:nvPr/>
          </p:nvSpPr>
          <p:spPr>
            <a:xfrm>
              <a:off x="4677768" y="2542933"/>
              <a:ext cx="32204" cy="17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2" name="diagram:architecture:edge.default:service-worker:0"/>
            <p:cNvCxnSpPr/>
            <p:nvPr/>
          </p:nvCxnSpPr>
          <p:spPr>
            <a:xfrm>
              <a:off x="7181396" y="2034695"/>
              <a:ext cx="627368" cy="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worker:0"/>
            <p:cNvCxnSpPr/>
            <p:nvPr/>
          </p:nvCxnSpPr>
          <p:spPr>
            <a:xfrm>
              <a:off x="7181396" y="2243818"/>
              <a:ext cx="627368" cy="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worker:0"/>
            <p:cNvCxnSpPr/>
            <p:nvPr/>
          </p:nvCxnSpPr>
          <p:spPr>
            <a:xfrm flipH="1">
              <a:off x="7720530" y="1930134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worker:1"/>
            <p:cNvCxnSpPr/>
            <p:nvPr/>
          </p:nvCxnSpPr>
          <p:spPr>
            <a:xfrm flipH="1">
              <a:off x="7717535" y="1932811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worker:2"/>
            <p:cNvCxnSpPr/>
            <p:nvPr/>
          </p:nvCxnSpPr>
          <p:spPr>
            <a:xfrm flipH="1">
              <a:off x="7713102" y="1935031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worker:3"/>
            <p:cNvCxnSpPr/>
            <p:nvPr/>
          </p:nvCxnSpPr>
          <p:spPr>
            <a:xfrm flipH="1">
              <a:off x="7707688" y="1936545"/>
              <a:ext cx="5414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worker:4"/>
            <p:cNvCxnSpPr/>
            <p:nvPr/>
          </p:nvCxnSpPr>
          <p:spPr>
            <a:xfrm flipH="1">
              <a:off x="7561302" y="1937105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worker:5"/>
            <p:cNvCxnSpPr/>
            <p:nvPr/>
          </p:nvCxnSpPr>
          <p:spPr>
            <a:xfrm flipH="1" flipV="1">
              <a:off x="7555889" y="1936545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architecture:edge.default:service-worker:6"/>
            <p:cNvCxnSpPr/>
            <p:nvPr/>
          </p:nvCxnSpPr>
          <p:spPr>
            <a:xfrm flipH="1" flipV="1">
              <a:off x="7551456" y="1935031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architecture:edge.default:service-worker:7"/>
            <p:cNvCxnSpPr/>
            <p:nvPr/>
          </p:nvCxnSpPr>
          <p:spPr>
            <a:xfrm flipH="1" flipV="1">
              <a:off x="7548461" y="1932811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architecture:edge.default:service-worker:8"/>
            <p:cNvCxnSpPr/>
            <p:nvPr/>
          </p:nvCxnSpPr>
          <p:spPr>
            <a:xfrm flipH="1" flipV="1">
              <a:off x="7547361" y="1930134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architecture:edge.default:service-worker:9"/>
            <p:cNvCxnSpPr/>
            <p:nvPr/>
          </p:nvCxnSpPr>
          <p:spPr>
            <a:xfrm flipV="1">
              <a:off x="7547361" y="19274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architecture:edge.default:service-worker:10"/>
            <p:cNvCxnSpPr/>
            <p:nvPr/>
          </p:nvCxnSpPr>
          <p:spPr>
            <a:xfrm flipV="1">
              <a:off x="7548461" y="1925237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architecture:edge.default:service-worker:11"/>
            <p:cNvCxnSpPr/>
            <p:nvPr/>
          </p:nvCxnSpPr>
          <p:spPr>
            <a:xfrm flipV="1">
              <a:off x="7551456" y="1923723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architecture:edge.default:service-worker:12"/>
            <p:cNvCxnSpPr/>
            <p:nvPr/>
          </p:nvCxnSpPr>
          <p:spPr>
            <a:xfrm flipV="1">
              <a:off x="7555889" y="1923163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architecture:edge.default:service-worker:13"/>
            <p:cNvCxnSpPr/>
            <p:nvPr/>
          </p:nvCxnSpPr>
          <p:spPr>
            <a:xfrm>
              <a:off x="7561302" y="1923163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architecture:edge.default:service-worker:14"/>
            <p:cNvCxnSpPr/>
            <p:nvPr/>
          </p:nvCxnSpPr>
          <p:spPr>
            <a:xfrm>
              <a:off x="7707688" y="1923163"/>
              <a:ext cx="5414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architecture:edge.default:service-worker:15"/>
            <p:cNvCxnSpPr/>
            <p:nvPr/>
          </p:nvCxnSpPr>
          <p:spPr>
            <a:xfrm>
              <a:off x="7713102" y="1923723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architecture:edge.default:service-worker:16"/>
            <p:cNvCxnSpPr/>
            <p:nvPr/>
          </p:nvCxnSpPr>
          <p:spPr>
            <a:xfrm>
              <a:off x="7717535" y="1925237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architecture:edge.default:service-worker:17"/>
            <p:cNvCxnSpPr/>
            <p:nvPr/>
          </p:nvCxnSpPr>
          <p:spPr>
            <a:xfrm>
              <a:off x="7720530" y="19274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architecture:edge.default:service-worker:0"/>
            <p:cNvCxnSpPr/>
            <p:nvPr/>
          </p:nvCxnSpPr>
          <p:spPr>
            <a:xfrm flipH="1">
              <a:off x="7720530" y="21392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1"/>
            <p:cNvCxnSpPr/>
            <p:nvPr/>
          </p:nvCxnSpPr>
          <p:spPr>
            <a:xfrm flipH="1">
              <a:off x="7717535" y="2141934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architecture:edge.default:service-worker:2"/>
            <p:cNvCxnSpPr/>
            <p:nvPr/>
          </p:nvCxnSpPr>
          <p:spPr>
            <a:xfrm flipH="1">
              <a:off x="7713102" y="2144154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architecture:edge.default:service-worker:3"/>
            <p:cNvCxnSpPr/>
            <p:nvPr/>
          </p:nvCxnSpPr>
          <p:spPr>
            <a:xfrm flipH="1">
              <a:off x="7707688" y="2145668"/>
              <a:ext cx="5414" cy="55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4"/>
            <p:cNvCxnSpPr/>
            <p:nvPr/>
          </p:nvCxnSpPr>
          <p:spPr>
            <a:xfrm flipH="1">
              <a:off x="7561302" y="2146227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5"/>
            <p:cNvCxnSpPr/>
            <p:nvPr/>
          </p:nvCxnSpPr>
          <p:spPr>
            <a:xfrm flipH="1" flipV="1">
              <a:off x="7555889" y="2145668"/>
              <a:ext cx="5413" cy="55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6"/>
            <p:cNvCxnSpPr/>
            <p:nvPr/>
          </p:nvCxnSpPr>
          <p:spPr>
            <a:xfrm flipH="1" flipV="1">
              <a:off x="7551456" y="2144154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7"/>
            <p:cNvCxnSpPr/>
            <p:nvPr/>
          </p:nvCxnSpPr>
          <p:spPr>
            <a:xfrm flipH="1" flipV="1">
              <a:off x="7548461" y="2141934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8"/>
            <p:cNvCxnSpPr/>
            <p:nvPr/>
          </p:nvCxnSpPr>
          <p:spPr>
            <a:xfrm flipH="1" flipV="1">
              <a:off x="7547361" y="2139257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9"/>
            <p:cNvCxnSpPr/>
            <p:nvPr/>
          </p:nvCxnSpPr>
          <p:spPr>
            <a:xfrm flipV="1">
              <a:off x="7547361" y="21365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10"/>
            <p:cNvCxnSpPr/>
            <p:nvPr/>
          </p:nvCxnSpPr>
          <p:spPr>
            <a:xfrm flipV="1">
              <a:off x="7548461" y="2134360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11"/>
            <p:cNvCxnSpPr/>
            <p:nvPr/>
          </p:nvCxnSpPr>
          <p:spPr>
            <a:xfrm flipV="1">
              <a:off x="7551456" y="213284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12"/>
            <p:cNvCxnSpPr/>
            <p:nvPr/>
          </p:nvCxnSpPr>
          <p:spPr>
            <a:xfrm flipV="1">
              <a:off x="7555889" y="2132286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3"/>
            <p:cNvCxnSpPr/>
            <p:nvPr/>
          </p:nvCxnSpPr>
          <p:spPr>
            <a:xfrm>
              <a:off x="7561302" y="2132286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4"/>
            <p:cNvCxnSpPr/>
            <p:nvPr/>
          </p:nvCxnSpPr>
          <p:spPr>
            <a:xfrm>
              <a:off x="7707688" y="2132286"/>
              <a:ext cx="5414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5"/>
            <p:cNvCxnSpPr/>
            <p:nvPr/>
          </p:nvCxnSpPr>
          <p:spPr>
            <a:xfrm>
              <a:off x="7713102" y="213284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6"/>
            <p:cNvCxnSpPr/>
            <p:nvPr/>
          </p:nvCxnSpPr>
          <p:spPr>
            <a:xfrm>
              <a:off x="7717535" y="2134360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7"/>
            <p:cNvCxnSpPr/>
            <p:nvPr/>
          </p:nvCxnSpPr>
          <p:spPr>
            <a:xfrm>
              <a:off x="7720530" y="21365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0"/>
            <p:cNvCxnSpPr/>
            <p:nvPr/>
          </p:nvCxnSpPr>
          <p:spPr>
            <a:xfrm flipH="1">
              <a:off x="7720530" y="23483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"/>
            <p:cNvCxnSpPr/>
            <p:nvPr/>
          </p:nvCxnSpPr>
          <p:spPr>
            <a:xfrm flipH="1">
              <a:off x="7717535" y="2351057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2"/>
            <p:cNvCxnSpPr/>
            <p:nvPr/>
          </p:nvCxnSpPr>
          <p:spPr>
            <a:xfrm flipH="1">
              <a:off x="7713102" y="235327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architecture:edge.default:service-worker:3"/>
            <p:cNvCxnSpPr/>
            <p:nvPr/>
          </p:nvCxnSpPr>
          <p:spPr>
            <a:xfrm flipH="1">
              <a:off x="7707688" y="2354790"/>
              <a:ext cx="5414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architecture:edge.default:service-worker:4"/>
            <p:cNvCxnSpPr/>
            <p:nvPr/>
          </p:nvCxnSpPr>
          <p:spPr>
            <a:xfrm flipH="1">
              <a:off x="7561302" y="2355350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5"/>
            <p:cNvCxnSpPr/>
            <p:nvPr/>
          </p:nvCxnSpPr>
          <p:spPr>
            <a:xfrm flipH="1" flipV="1">
              <a:off x="7555889" y="2354790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6"/>
            <p:cNvCxnSpPr/>
            <p:nvPr/>
          </p:nvCxnSpPr>
          <p:spPr>
            <a:xfrm flipH="1" flipV="1">
              <a:off x="7551456" y="2353276"/>
              <a:ext cx="4433" cy="1514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7"/>
            <p:cNvCxnSpPr/>
            <p:nvPr/>
          </p:nvCxnSpPr>
          <p:spPr>
            <a:xfrm flipH="1" flipV="1">
              <a:off x="7548461" y="2351057"/>
              <a:ext cx="2995" cy="2219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8"/>
            <p:cNvCxnSpPr/>
            <p:nvPr/>
          </p:nvCxnSpPr>
          <p:spPr>
            <a:xfrm flipH="1" flipV="1">
              <a:off x="7547361" y="2348379"/>
              <a:ext cx="1100" cy="2678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9"/>
            <p:cNvCxnSpPr/>
            <p:nvPr/>
          </p:nvCxnSpPr>
          <p:spPr>
            <a:xfrm flipV="1">
              <a:off x="7547361" y="2345702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10"/>
            <p:cNvCxnSpPr/>
            <p:nvPr/>
          </p:nvCxnSpPr>
          <p:spPr>
            <a:xfrm flipV="1">
              <a:off x="7548461" y="2343482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11"/>
            <p:cNvCxnSpPr/>
            <p:nvPr/>
          </p:nvCxnSpPr>
          <p:spPr>
            <a:xfrm flipV="1">
              <a:off x="7551456" y="2341969"/>
              <a:ext cx="4433" cy="1513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12"/>
            <p:cNvCxnSpPr/>
            <p:nvPr/>
          </p:nvCxnSpPr>
          <p:spPr>
            <a:xfrm flipV="1">
              <a:off x="7555889" y="2341409"/>
              <a:ext cx="5413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13"/>
            <p:cNvCxnSpPr/>
            <p:nvPr/>
          </p:nvCxnSpPr>
          <p:spPr>
            <a:xfrm>
              <a:off x="7561302" y="2341409"/>
              <a:ext cx="146386" cy="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4"/>
            <p:cNvCxnSpPr/>
            <p:nvPr/>
          </p:nvCxnSpPr>
          <p:spPr>
            <a:xfrm>
              <a:off x="7707688" y="2341409"/>
              <a:ext cx="5414" cy="56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5"/>
            <p:cNvCxnSpPr/>
            <p:nvPr/>
          </p:nvCxnSpPr>
          <p:spPr>
            <a:xfrm>
              <a:off x="7713102" y="2341969"/>
              <a:ext cx="4433" cy="1513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6"/>
            <p:cNvCxnSpPr/>
            <p:nvPr/>
          </p:nvCxnSpPr>
          <p:spPr>
            <a:xfrm>
              <a:off x="7717535" y="2343482"/>
              <a:ext cx="2995" cy="2220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7"/>
            <p:cNvCxnSpPr/>
            <p:nvPr/>
          </p:nvCxnSpPr>
          <p:spPr>
            <a:xfrm>
              <a:off x="7720530" y="2345702"/>
              <a:ext cx="1100" cy="2677"/>
            </a:xfrm>
            <a:prstGeom prst="line">
              <a:avLst/>
            </a:prstGeom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diagram:architecture:node.default:service-worker"/>
            <p:cNvSpPr/>
            <p:nvPr/>
          </p:nvSpPr>
          <p:spPr>
            <a:xfrm>
              <a:off x="6937419" y="1581596"/>
              <a:ext cx="1115321" cy="1115321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diagram:architecture:node.default:service-worker"/>
            <p:cNvSpPr/>
            <p:nvPr/>
          </p:nvSpPr>
          <p:spPr>
            <a:xfrm>
              <a:off x="7181396" y="1825572"/>
              <a:ext cx="627368" cy="627368"/>
            </a:xfrm>
            <a:prstGeom prst="roundRect">
              <a:avLst/>
            </a:prstGeom>
            <a:noFill/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diagram:architecture:node.default:service-worker"/>
            <p:cNvSpPr/>
            <p:nvPr/>
          </p:nvSpPr>
          <p:spPr>
            <a:xfrm>
              <a:off x="7547361" y="1923163"/>
              <a:ext cx="174269" cy="13942"/>
            </a:xfrm>
            <a:custGeom>
              <a:avLst/>
              <a:gdLst/>
              <a:ahLst/>
              <a:cxnLst/>
              <a:rect l="l" t="t" r="r" b="b"/>
              <a:pathLst>
                <a:path w="174269" h="13942">
                  <a:moveTo>
                    <a:pt x="174269" y="6971"/>
                  </a:moveTo>
                  <a:lnTo>
                    <a:pt x="173169" y="9648"/>
                  </a:lnTo>
                  <a:lnTo>
                    <a:pt x="170174" y="11868"/>
                  </a:lnTo>
                  <a:lnTo>
                    <a:pt x="165741" y="13382"/>
                  </a:lnTo>
                  <a:lnTo>
                    <a:pt x="160327" y="13942"/>
                  </a:lnTo>
                  <a:lnTo>
                    <a:pt x="13941" y="13942"/>
                  </a:lnTo>
                  <a:lnTo>
                    <a:pt x="8528" y="13382"/>
                  </a:lnTo>
                  <a:lnTo>
                    <a:pt x="4095" y="11868"/>
                  </a:lnTo>
                  <a:lnTo>
                    <a:pt x="1100" y="9648"/>
                  </a:lnTo>
                  <a:lnTo>
                    <a:pt x="0" y="6971"/>
                  </a:lnTo>
                  <a:lnTo>
                    <a:pt x="1100" y="4294"/>
                  </a:lnTo>
                  <a:lnTo>
                    <a:pt x="4095" y="2074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1" y="560"/>
                  </a:lnTo>
                  <a:lnTo>
                    <a:pt x="170174" y="2074"/>
                  </a:lnTo>
                  <a:lnTo>
                    <a:pt x="173169" y="4294"/>
                  </a:lnTo>
                  <a:lnTo>
                    <a:pt x="174269" y="6971"/>
                  </a:lnTo>
                  <a:lnTo>
                    <a:pt x="174269" y="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diagram:architecture:node.default:service-worker"/>
            <p:cNvSpPr/>
            <p:nvPr/>
          </p:nvSpPr>
          <p:spPr>
            <a:xfrm>
              <a:off x="7547361" y="2132286"/>
              <a:ext cx="174269" cy="13941"/>
            </a:xfrm>
            <a:custGeom>
              <a:avLst/>
              <a:gdLst/>
              <a:ahLst/>
              <a:cxnLst/>
              <a:rect l="l" t="t" r="r" b="b"/>
              <a:pathLst>
                <a:path w="174269" h="13941">
                  <a:moveTo>
                    <a:pt x="174269" y="6971"/>
                  </a:moveTo>
                  <a:lnTo>
                    <a:pt x="173169" y="9648"/>
                  </a:lnTo>
                  <a:lnTo>
                    <a:pt x="170174" y="11868"/>
                  </a:lnTo>
                  <a:lnTo>
                    <a:pt x="165741" y="13382"/>
                  </a:lnTo>
                  <a:lnTo>
                    <a:pt x="160327" y="13941"/>
                  </a:lnTo>
                  <a:lnTo>
                    <a:pt x="13941" y="13941"/>
                  </a:lnTo>
                  <a:lnTo>
                    <a:pt x="8528" y="13382"/>
                  </a:lnTo>
                  <a:lnTo>
                    <a:pt x="4095" y="11868"/>
                  </a:lnTo>
                  <a:lnTo>
                    <a:pt x="1100" y="9648"/>
                  </a:lnTo>
                  <a:lnTo>
                    <a:pt x="0" y="6971"/>
                  </a:lnTo>
                  <a:lnTo>
                    <a:pt x="1100" y="4293"/>
                  </a:lnTo>
                  <a:lnTo>
                    <a:pt x="4095" y="2074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1" y="560"/>
                  </a:lnTo>
                  <a:lnTo>
                    <a:pt x="170174" y="2074"/>
                  </a:lnTo>
                  <a:lnTo>
                    <a:pt x="173169" y="4293"/>
                  </a:lnTo>
                  <a:lnTo>
                    <a:pt x="174269" y="6971"/>
                  </a:lnTo>
                  <a:lnTo>
                    <a:pt x="174269" y="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diagram:architecture:node.default:service-worker"/>
            <p:cNvSpPr/>
            <p:nvPr/>
          </p:nvSpPr>
          <p:spPr>
            <a:xfrm>
              <a:off x="7547361" y="2341409"/>
              <a:ext cx="174269" cy="13941"/>
            </a:xfrm>
            <a:custGeom>
              <a:avLst/>
              <a:gdLst/>
              <a:ahLst/>
              <a:cxnLst/>
              <a:rect l="l" t="t" r="r" b="b"/>
              <a:pathLst>
                <a:path w="174269" h="13941">
                  <a:moveTo>
                    <a:pt x="174269" y="6970"/>
                  </a:moveTo>
                  <a:lnTo>
                    <a:pt x="173169" y="9648"/>
                  </a:lnTo>
                  <a:lnTo>
                    <a:pt x="170174" y="11867"/>
                  </a:lnTo>
                  <a:lnTo>
                    <a:pt x="165741" y="13381"/>
                  </a:lnTo>
                  <a:lnTo>
                    <a:pt x="160327" y="13941"/>
                  </a:lnTo>
                  <a:lnTo>
                    <a:pt x="13941" y="13941"/>
                  </a:lnTo>
                  <a:lnTo>
                    <a:pt x="8528" y="13381"/>
                  </a:lnTo>
                  <a:lnTo>
                    <a:pt x="4095" y="11867"/>
                  </a:lnTo>
                  <a:lnTo>
                    <a:pt x="1100" y="9648"/>
                  </a:lnTo>
                  <a:lnTo>
                    <a:pt x="0" y="6970"/>
                  </a:lnTo>
                  <a:lnTo>
                    <a:pt x="1100" y="4293"/>
                  </a:lnTo>
                  <a:lnTo>
                    <a:pt x="4095" y="2073"/>
                  </a:lnTo>
                  <a:lnTo>
                    <a:pt x="8528" y="560"/>
                  </a:lnTo>
                  <a:lnTo>
                    <a:pt x="13941" y="0"/>
                  </a:lnTo>
                  <a:lnTo>
                    <a:pt x="160327" y="0"/>
                  </a:lnTo>
                  <a:lnTo>
                    <a:pt x="165741" y="560"/>
                  </a:lnTo>
                  <a:lnTo>
                    <a:pt x="170174" y="2073"/>
                  </a:lnTo>
                  <a:lnTo>
                    <a:pt x="173169" y="4293"/>
                  </a:lnTo>
                  <a:lnTo>
                    <a:pt x="174269" y="6970"/>
                  </a:lnTo>
                  <a:lnTo>
                    <a:pt x="174269" y="6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diagram:architecture:node.default:service-worker"/>
            <p:cNvSpPr/>
            <p:nvPr/>
          </p:nvSpPr>
          <p:spPr>
            <a:xfrm>
              <a:off x="7380063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diagram:architecture:node.default:service-worker"/>
            <p:cNvSpPr/>
            <p:nvPr/>
          </p:nvSpPr>
          <p:spPr>
            <a:xfrm>
              <a:off x="7310355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diagram:architecture:node.default:service-worker"/>
            <p:cNvSpPr/>
            <p:nvPr/>
          </p:nvSpPr>
          <p:spPr>
            <a:xfrm>
              <a:off x="7240647" y="1919678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diagram:architecture:node.default:service-worker"/>
            <p:cNvSpPr/>
            <p:nvPr/>
          </p:nvSpPr>
          <p:spPr>
            <a:xfrm>
              <a:off x="7380063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diagram:architecture:node.default:service-worker"/>
            <p:cNvSpPr/>
            <p:nvPr/>
          </p:nvSpPr>
          <p:spPr>
            <a:xfrm>
              <a:off x="7310355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9" name="diagram:architecture:node.default:service-worker"/>
            <p:cNvSpPr/>
            <p:nvPr/>
          </p:nvSpPr>
          <p:spPr>
            <a:xfrm>
              <a:off x="7240647" y="2128800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diagram:architecture:node.default:service-worker"/>
            <p:cNvSpPr/>
            <p:nvPr/>
          </p:nvSpPr>
          <p:spPr>
            <a:xfrm>
              <a:off x="7380063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diagram:architecture:node.default:service-worker"/>
            <p:cNvSpPr/>
            <p:nvPr/>
          </p:nvSpPr>
          <p:spPr>
            <a:xfrm>
              <a:off x="7310355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diagram:architecture:node.default:service-worker"/>
            <p:cNvSpPr/>
            <p:nvPr/>
          </p:nvSpPr>
          <p:spPr>
            <a:xfrm>
              <a:off x="7240647" y="2337923"/>
              <a:ext cx="20912" cy="2091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518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diagram:architecture:text.default:service-worker"/>
            <p:cNvSpPr txBox="1"/>
            <p:nvPr/>
          </p:nvSpPr>
          <p:spPr>
            <a:xfrm>
              <a:off x="7462875" y="2542933"/>
              <a:ext cx="64409" cy="17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118" name="diagram:architecture:edge.default:IconifyId19f9eb3c1157b50240:0"/>
            <p:cNvCxnSpPr/>
            <p:nvPr/>
          </p:nvCxnSpPr>
          <p:spPr>
            <a:xfrm>
              <a:off x="7216250" y="5189462"/>
              <a:ext cx="21903" cy="38726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IconifyId19f9eb3c1157b50240:1"/>
            <p:cNvCxnSpPr/>
            <p:nvPr/>
          </p:nvCxnSpPr>
          <p:spPr>
            <a:xfrm>
              <a:off x="7238153" y="5228188"/>
              <a:ext cx="59742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IconifyId19f9eb3c1157b50240:2"/>
            <p:cNvCxnSpPr/>
            <p:nvPr/>
          </p:nvCxnSpPr>
          <p:spPr>
            <a:xfrm>
              <a:off x="7297895" y="5259831"/>
              <a:ext cx="88626" cy="21344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IconifyId19f9eb3c1157b50240:3"/>
            <p:cNvCxnSpPr/>
            <p:nvPr/>
          </p:nvCxnSpPr>
          <p:spPr>
            <a:xfrm>
              <a:off x="7386521" y="5281175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architecture:edge.default:IconifyId19f9eb3c1157b50240:4"/>
            <p:cNvCxnSpPr/>
            <p:nvPr/>
          </p:nvCxnSpPr>
          <p:spPr>
            <a:xfrm flipV="1">
              <a:off x="7495080" y="5281175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architecture:edge.default:IconifyId19f9eb3c1157b50240:5"/>
            <p:cNvCxnSpPr/>
            <p:nvPr/>
          </p:nvCxnSpPr>
          <p:spPr>
            <a:xfrm flipV="1">
              <a:off x="7603639" y="5259831"/>
              <a:ext cx="88627" cy="21344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IconifyId19f9eb3c1157b50240:6"/>
            <p:cNvCxnSpPr/>
            <p:nvPr/>
          </p:nvCxnSpPr>
          <p:spPr>
            <a:xfrm flipV="1">
              <a:off x="7692266" y="5228188"/>
              <a:ext cx="59741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IconifyId19f9eb3c1157b50240:7"/>
            <p:cNvCxnSpPr/>
            <p:nvPr/>
          </p:nvCxnSpPr>
          <p:spPr>
            <a:xfrm flipV="1">
              <a:off x="7752007" y="5189462"/>
              <a:ext cx="21904" cy="38726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IconifyId19f9eb3c1157b50241:0"/>
            <p:cNvCxnSpPr/>
            <p:nvPr/>
          </p:nvCxnSpPr>
          <p:spPr>
            <a:xfrm>
              <a:off x="7216250" y="5023418"/>
              <a:ext cx="21903" cy="3872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IconifyId19f9eb3c1157b50241:1"/>
            <p:cNvCxnSpPr/>
            <p:nvPr/>
          </p:nvCxnSpPr>
          <p:spPr>
            <a:xfrm>
              <a:off x="7238153" y="5062145"/>
              <a:ext cx="59742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IconifyId19f9eb3c1157b50241:2"/>
            <p:cNvCxnSpPr/>
            <p:nvPr/>
          </p:nvCxnSpPr>
          <p:spPr>
            <a:xfrm>
              <a:off x="7297895" y="5093788"/>
              <a:ext cx="88626" cy="213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IconifyId19f9eb3c1157b50241:3"/>
            <p:cNvCxnSpPr/>
            <p:nvPr/>
          </p:nvCxnSpPr>
          <p:spPr>
            <a:xfrm>
              <a:off x="7386521" y="5115131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IconifyId19f9eb3c1157b50241:4"/>
            <p:cNvCxnSpPr/>
            <p:nvPr/>
          </p:nvCxnSpPr>
          <p:spPr>
            <a:xfrm flipV="1">
              <a:off x="7495080" y="5115131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IconifyId19f9eb3c1157b50241:5"/>
            <p:cNvCxnSpPr/>
            <p:nvPr/>
          </p:nvCxnSpPr>
          <p:spPr>
            <a:xfrm flipV="1">
              <a:off x="7603639" y="5093788"/>
              <a:ext cx="88627" cy="213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IconifyId19f9eb3c1157b50241:6"/>
            <p:cNvCxnSpPr/>
            <p:nvPr/>
          </p:nvCxnSpPr>
          <p:spPr>
            <a:xfrm flipV="1">
              <a:off x="7692266" y="5062145"/>
              <a:ext cx="59741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IconifyId19f9eb3c1157b50241:7"/>
            <p:cNvCxnSpPr/>
            <p:nvPr/>
          </p:nvCxnSpPr>
          <p:spPr>
            <a:xfrm flipV="1">
              <a:off x="7752007" y="5023418"/>
              <a:ext cx="21904" cy="3872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IconifyId19f9eb3c1157b50242:0"/>
            <p:cNvCxnSpPr/>
            <p:nvPr/>
          </p:nvCxnSpPr>
          <p:spPr>
            <a:xfrm>
              <a:off x="7216250" y="4857514"/>
              <a:ext cx="21903" cy="3872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IconifyId19f9eb3c1157b50242:1"/>
            <p:cNvCxnSpPr/>
            <p:nvPr/>
          </p:nvCxnSpPr>
          <p:spPr>
            <a:xfrm>
              <a:off x="7238153" y="4896241"/>
              <a:ext cx="59742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IconifyId19f9eb3c1157b50242:2"/>
            <p:cNvCxnSpPr/>
            <p:nvPr/>
          </p:nvCxnSpPr>
          <p:spPr>
            <a:xfrm>
              <a:off x="7297895" y="4927884"/>
              <a:ext cx="88626" cy="213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IconifyId19f9eb3c1157b50242:3"/>
            <p:cNvCxnSpPr/>
            <p:nvPr/>
          </p:nvCxnSpPr>
          <p:spPr>
            <a:xfrm>
              <a:off x="7386521" y="4949227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IconifyId19f9eb3c1157b50242:4"/>
            <p:cNvCxnSpPr/>
            <p:nvPr/>
          </p:nvCxnSpPr>
          <p:spPr>
            <a:xfrm flipV="1">
              <a:off x="7495080" y="4949227"/>
              <a:ext cx="108559" cy="78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IconifyId19f9eb3c1157b50242:5"/>
            <p:cNvCxnSpPr/>
            <p:nvPr/>
          </p:nvCxnSpPr>
          <p:spPr>
            <a:xfrm flipV="1">
              <a:off x="7603639" y="4927884"/>
              <a:ext cx="88627" cy="213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IconifyId19f9eb3c1157b50242:6"/>
            <p:cNvCxnSpPr/>
            <p:nvPr/>
          </p:nvCxnSpPr>
          <p:spPr>
            <a:xfrm flipV="1">
              <a:off x="7692266" y="4896241"/>
              <a:ext cx="59741" cy="3164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architecture:edge.default:IconifyId19f9eb3c1157b50242:7"/>
            <p:cNvCxnSpPr/>
            <p:nvPr/>
          </p:nvCxnSpPr>
          <p:spPr>
            <a:xfrm flipV="1">
              <a:off x="7752007" y="4857514"/>
              <a:ext cx="21904" cy="3872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architecture:edge.default:service-db:0"/>
            <p:cNvCxnSpPr/>
            <p:nvPr/>
          </p:nvCxnSpPr>
          <p:spPr>
            <a:xfrm flipV="1">
              <a:off x="7216250" y="4691470"/>
              <a:ext cx="0" cy="49799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architecture:edge.default:service-db:0"/>
            <p:cNvCxnSpPr/>
            <p:nvPr/>
          </p:nvCxnSpPr>
          <p:spPr>
            <a:xfrm flipV="1">
              <a:off x="7773911" y="4691470"/>
              <a:ext cx="0" cy="49799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diagram:architecture:node.default:service-db"/>
            <p:cNvSpPr/>
            <p:nvPr/>
          </p:nvSpPr>
          <p:spPr>
            <a:xfrm>
              <a:off x="6937419" y="4382805"/>
              <a:ext cx="1115321" cy="1115321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diagram:architecture:text.default:service-db"/>
            <p:cNvSpPr txBox="1"/>
            <p:nvPr/>
          </p:nvSpPr>
          <p:spPr>
            <a:xfrm>
              <a:off x="7452140" y="5344143"/>
              <a:ext cx="85879" cy="17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  <p:cxnSp>
          <p:nvCxnSpPr>
            <p:cNvPr id="144" name="diagram:architecture:edge.default:svg-101:0"/>
            <p:cNvCxnSpPr/>
            <p:nvPr/>
          </p:nvCxnSpPr>
          <p:spPr>
            <a:xfrm flipH="1">
              <a:off x="4458355" y="1665245"/>
              <a:ext cx="5481" cy="2712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architecture:edge.default:svg-101:1"/>
            <p:cNvCxnSpPr/>
            <p:nvPr/>
          </p:nvCxnSpPr>
          <p:spPr>
            <a:xfrm flipH="1">
              <a:off x="4443411" y="1692370"/>
              <a:ext cx="14944" cy="2215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architecture:edge.default:svg-101:2"/>
            <p:cNvCxnSpPr/>
            <p:nvPr/>
          </p:nvCxnSpPr>
          <p:spPr>
            <a:xfrm flipH="1">
              <a:off x="4421253" y="1714528"/>
              <a:ext cx="22158" cy="14944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architecture:edge.default:svg-101:3"/>
            <p:cNvCxnSpPr/>
            <p:nvPr/>
          </p:nvCxnSpPr>
          <p:spPr>
            <a:xfrm flipH="1">
              <a:off x="4394128" y="1729472"/>
              <a:ext cx="27125" cy="548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architecture:edge.default:svg-101:4"/>
            <p:cNvCxnSpPr/>
            <p:nvPr/>
          </p:nvCxnSpPr>
          <p:spPr>
            <a:xfrm flipH="1">
              <a:off x="3836467" y="1734952"/>
              <a:ext cx="557661" cy="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architecture:edge.default:svg-101:5"/>
            <p:cNvCxnSpPr/>
            <p:nvPr/>
          </p:nvCxnSpPr>
          <p:spPr>
            <a:xfrm flipH="1" flipV="1">
              <a:off x="3809342" y="1729472"/>
              <a:ext cx="27125" cy="548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architecture:edge.default:svg-101:6"/>
            <p:cNvCxnSpPr/>
            <p:nvPr/>
          </p:nvCxnSpPr>
          <p:spPr>
            <a:xfrm flipH="1" flipV="1">
              <a:off x="3787184" y="1714528"/>
              <a:ext cx="22158" cy="14944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architecture:edge.default:svg-101:7"/>
            <p:cNvCxnSpPr/>
            <p:nvPr/>
          </p:nvCxnSpPr>
          <p:spPr>
            <a:xfrm flipH="1" flipV="1">
              <a:off x="3772240" y="1692370"/>
              <a:ext cx="14944" cy="2215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svg-101:8"/>
            <p:cNvCxnSpPr/>
            <p:nvPr/>
          </p:nvCxnSpPr>
          <p:spPr>
            <a:xfrm flipH="1" flipV="1">
              <a:off x="3766760" y="1665245"/>
              <a:ext cx="5480" cy="2712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svg-101:9"/>
            <p:cNvCxnSpPr/>
            <p:nvPr/>
          </p:nvCxnSpPr>
          <p:spPr>
            <a:xfrm flipV="1">
              <a:off x="3766760" y="1646415"/>
              <a:ext cx="2577" cy="1883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svg-101:10"/>
            <p:cNvCxnSpPr/>
            <p:nvPr/>
          </p:nvCxnSpPr>
          <p:spPr>
            <a:xfrm flipV="1">
              <a:off x="3769337" y="1629520"/>
              <a:ext cx="7269" cy="1689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svg-101:11"/>
            <p:cNvCxnSpPr/>
            <p:nvPr/>
          </p:nvCxnSpPr>
          <p:spPr>
            <a:xfrm flipV="1">
              <a:off x="3776606" y="1615291"/>
              <a:ext cx="11268" cy="1422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svg-101:12"/>
            <p:cNvCxnSpPr/>
            <p:nvPr/>
          </p:nvCxnSpPr>
          <p:spPr>
            <a:xfrm flipV="1">
              <a:off x="3787874" y="1604460"/>
              <a:ext cx="14576" cy="1083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svg-101:13"/>
            <p:cNvCxnSpPr/>
            <p:nvPr/>
          </p:nvCxnSpPr>
          <p:spPr>
            <a:xfrm flipH="1" flipV="1">
              <a:off x="3802084" y="1602262"/>
              <a:ext cx="366" cy="219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svg-101:14"/>
            <p:cNvCxnSpPr/>
            <p:nvPr/>
          </p:nvCxnSpPr>
          <p:spPr>
            <a:xfrm flipH="1" flipV="1">
              <a:off x="3801822" y="1600051"/>
              <a:ext cx="262" cy="221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svg-101:15"/>
            <p:cNvCxnSpPr/>
            <p:nvPr/>
          </p:nvCxnSpPr>
          <p:spPr>
            <a:xfrm flipH="1" flipV="1">
              <a:off x="3801666" y="1597814"/>
              <a:ext cx="156" cy="223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svg-101:16"/>
            <p:cNvCxnSpPr/>
            <p:nvPr/>
          </p:nvCxnSpPr>
          <p:spPr>
            <a:xfrm flipH="1" flipV="1">
              <a:off x="3801613" y="1595537"/>
              <a:ext cx="53" cy="227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svg-101:17"/>
            <p:cNvCxnSpPr/>
            <p:nvPr/>
          </p:nvCxnSpPr>
          <p:spPr>
            <a:xfrm flipV="1">
              <a:off x="3801613" y="1569870"/>
              <a:ext cx="6093" cy="2566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svg-101:18"/>
            <p:cNvCxnSpPr/>
            <p:nvPr/>
          </p:nvCxnSpPr>
          <p:spPr>
            <a:xfrm flipV="1">
              <a:off x="3807706" y="1548502"/>
              <a:ext cx="16719" cy="2136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svg-101:19"/>
            <p:cNvCxnSpPr/>
            <p:nvPr/>
          </p:nvCxnSpPr>
          <p:spPr>
            <a:xfrm flipV="1">
              <a:off x="3824425" y="1533330"/>
              <a:ext cx="25006" cy="1517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svg-101:20"/>
            <p:cNvCxnSpPr/>
            <p:nvPr/>
          </p:nvCxnSpPr>
          <p:spPr>
            <a:xfrm flipV="1">
              <a:off x="3849431" y="1526248"/>
              <a:ext cx="30952" cy="708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svg-101:21"/>
            <p:cNvCxnSpPr/>
            <p:nvPr/>
          </p:nvCxnSpPr>
          <p:spPr>
            <a:xfrm flipV="1">
              <a:off x="3880383" y="1482818"/>
              <a:ext cx="24716" cy="4343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svg-101:22"/>
            <p:cNvCxnSpPr/>
            <p:nvPr/>
          </p:nvCxnSpPr>
          <p:spPr>
            <a:xfrm flipV="1">
              <a:off x="3905099" y="1448576"/>
              <a:ext cx="37707" cy="3424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svg-101:23"/>
            <p:cNvCxnSpPr/>
            <p:nvPr/>
          </p:nvCxnSpPr>
          <p:spPr>
            <a:xfrm flipV="1">
              <a:off x="3942806" y="1426124"/>
              <a:ext cx="47798" cy="2245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svg-101:24"/>
            <p:cNvCxnSpPr/>
            <p:nvPr/>
          </p:nvCxnSpPr>
          <p:spPr>
            <a:xfrm flipV="1">
              <a:off x="3990604" y="1418062"/>
              <a:ext cx="54986" cy="806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svg-101:25"/>
            <p:cNvCxnSpPr/>
            <p:nvPr/>
          </p:nvCxnSpPr>
          <p:spPr>
            <a:xfrm>
              <a:off x="4045590" y="1418062"/>
              <a:ext cx="8916" cy="207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svg-101:26"/>
            <p:cNvCxnSpPr/>
            <p:nvPr/>
          </p:nvCxnSpPr>
          <p:spPr>
            <a:xfrm>
              <a:off x="4054506" y="1418269"/>
              <a:ext cx="8772" cy="61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svg-101:27"/>
            <p:cNvCxnSpPr/>
            <p:nvPr/>
          </p:nvCxnSpPr>
          <p:spPr>
            <a:xfrm>
              <a:off x="4063278" y="1418881"/>
              <a:ext cx="8642" cy="1004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svg-101:28"/>
            <p:cNvCxnSpPr/>
            <p:nvPr/>
          </p:nvCxnSpPr>
          <p:spPr>
            <a:xfrm>
              <a:off x="4071920" y="1419885"/>
              <a:ext cx="8524" cy="138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svg-101:29"/>
            <p:cNvCxnSpPr/>
            <p:nvPr/>
          </p:nvCxnSpPr>
          <p:spPr>
            <a:xfrm flipV="1">
              <a:off x="4080444" y="1406588"/>
              <a:ext cx="23121" cy="14680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svg-101:30"/>
            <p:cNvCxnSpPr/>
            <p:nvPr/>
          </p:nvCxnSpPr>
          <p:spPr>
            <a:xfrm flipV="1">
              <a:off x="4103565" y="1395633"/>
              <a:ext cx="25395" cy="1095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svg-101:31"/>
            <p:cNvCxnSpPr/>
            <p:nvPr/>
          </p:nvCxnSpPr>
          <p:spPr>
            <a:xfrm flipV="1">
              <a:off x="4128960" y="1388782"/>
              <a:ext cx="27278" cy="685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architecture:edge.default:svg-101:32"/>
            <p:cNvCxnSpPr/>
            <p:nvPr/>
          </p:nvCxnSpPr>
          <p:spPr>
            <a:xfrm flipV="1">
              <a:off x="4156238" y="1386414"/>
              <a:ext cx="28767" cy="236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architecture:edge.default:svg-101:33"/>
            <p:cNvCxnSpPr/>
            <p:nvPr/>
          </p:nvCxnSpPr>
          <p:spPr>
            <a:xfrm>
              <a:off x="4185005" y="1386414"/>
              <a:ext cx="60491" cy="10803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vg-101:34"/>
            <p:cNvCxnSpPr/>
            <p:nvPr/>
          </p:nvCxnSpPr>
          <p:spPr>
            <a:xfrm>
              <a:off x="4245496" y="1397217"/>
              <a:ext cx="51303" cy="2981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architecture:edge.default:svg-101:35"/>
            <p:cNvCxnSpPr/>
            <p:nvPr/>
          </p:nvCxnSpPr>
          <p:spPr>
            <a:xfrm>
              <a:off x="4296799" y="1427036"/>
              <a:ext cx="38206" cy="4495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architecture:edge.default:svg-101:36"/>
            <p:cNvCxnSpPr/>
            <p:nvPr/>
          </p:nvCxnSpPr>
          <p:spPr>
            <a:xfrm>
              <a:off x="4335005" y="1471991"/>
              <a:ext cx="21202" cy="5620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architecture:edge.default:svg-101:37"/>
            <p:cNvCxnSpPr/>
            <p:nvPr/>
          </p:nvCxnSpPr>
          <p:spPr>
            <a:xfrm>
              <a:off x="4356207" y="1528200"/>
              <a:ext cx="20690" cy="9266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38"/>
            <p:cNvCxnSpPr/>
            <p:nvPr/>
          </p:nvCxnSpPr>
          <p:spPr>
            <a:xfrm>
              <a:off x="4376897" y="1537466"/>
              <a:ext cx="16429" cy="1520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39"/>
            <p:cNvCxnSpPr/>
            <p:nvPr/>
          </p:nvCxnSpPr>
          <p:spPr>
            <a:xfrm>
              <a:off x="4393326" y="1552667"/>
              <a:ext cx="10836" cy="1980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40"/>
            <p:cNvCxnSpPr/>
            <p:nvPr/>
          </p:nvCxnSpPr>
          <p:spPr>
            <a:xfrm>
              <a:off x="4404162" y="1572468"/>
              <a:ext cx="3908" cy="23069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1"/>
            <p:cNvCxnSpPr/>
            <p:nvPr/>
          </p:nvCxnSpPr>
          <p:spPr>
            <a:xfrm flipH="1">
              <a:off x="4408067" y="1595537"/>
              <a:ext cx="3" cy="336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42"/>
            <p:cNvCxnSpPr/>
            <p:nvPr/>
          </p:nvCxnSpPr>
          <p:spPr>
            <a:xfrm flipH="1">
              <a:off x="4408052" y="1595873"/>
              <a:ext cx="15" cy="361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43"/>
            <p:cNvCxnSpPr/>
            <p:nvPr/>
          </p:nvCxnSpPr>
          <p:spPr>
            <a:xfrm flipH="1">
              <a:off x="4408011" y="1596234"/>
              <a:ext cx="41" cy="362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44"/>
            <p:cNvCxnSpPr/>
            <p:nvPr/>
          </p:nvCxnSpPr>
          <p:spPr>
            <a:xfrm flipH="1">
              <a:off x="4407930" y="1596596"/>
              <a:ext cx="81" cy="33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45"/>
            <p:cNvCxnSpPr/>
            <p:nvPr/>
          </p:nvCxnSpPr>
          <p:spPr>
            <a:xfrm>
              <a:off x="4407930" y="1596931"/>
              <a:ext cx="22204" cy="863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46"/>
            <p:cNvCxnSpPr/>
            <p:nvPr/>
          </p:nvCxnSpPr>
          <p:spPr>
            <a:xfrm>
              <a:off x="4430134" y="1605566"/>
              <a:ext cx="17721" cy="15275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47"/>
            <p:cNvCxnSpPr/>
            <p:nvPr/>
          </p:nvCxnSpPr>
          <p:spPr>
            <a:xfrm>
              <a:off x="4447855" y="1620841"/>
              <a:ext cx="11735" cy="20398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48"/>
            <p:cNvCxnSpPr/>
            <p:nvPr/>
          </p:nvCxnSpPr>
          <p:spPr>
            <a:xfrm>
              <a:off x="4459590" y="1641239"/>
              <a:ext cx="4246" cy="24006"/>
            </a:xfrm>
            <a:prstGeom prst="line">
              <a:avLst/>
            </a:prstGeom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diagram:architecture:edge.default:svg-4"/>
            <p:cNvSpPr/>
            <p:nvPr/>
          </p:nvSpPr>
          <p:spPr>
            <a:xfrm>
              <a:off x="6779415" y="2046313"/>
              <a:ext cx="185887" cy="185887"/>
            </a:xfrm>
            <a:custGeom>
              <a:avLst/>
              <a:gdLst/>
              <a:ahLst/>
              <a:cxnLst/>
              <a:rect l="l" t="t" r="r" b="b"/>
              <a:pathLst>
                <a:path w="185887" h="185887">
                  <a:moveTo>
                    <a:pt x="185887" y="92944"/>
                  </a:moveTo>
                  <a:lnTo>
                    <a:pt x="0" y="185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518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diagram:architecture:edge.default:svg-7"/>
            <p:cNvSpPr/>
            <p:nvPr/>
          </p:nvSpPr>
          <p:spPr>
            <a:xfrm>
              <a:off x="7402137" y="4224801"/>
              <a:ext cx="185887" cy="185887"/>
            </a:xfrm>
            <a:custGeom>
              <a:avLst/>
              <a:gdLst/>
              <a:ahLst/>
              <a:cxnLst/>
              <a:rect l="l" t="t" r="r" b="b"/>
              <a:pathLst>
                <a:path w="185887" h="185887">
                  <a:moveTo>
                    <a:pt x="0" y="0"/>
                  </a:moveTo>
                  <a:lnTo>
                    <a:pt x="185887" y="0"/>
                  </a:lnTo>
                  <a:lnTo>
                    <a:pt x="92943" y="185887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518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diagram:architecture:node.default:IconifyId19f9eb3c1157b50243"/>
            <p:cNvSpPr/>
            <p:nvPr/>
          </p:nvSpPr>
          <p:spPr>
            <a:xfrm>
              <a:off x="7216250" y="4591928"/>
              <a:ext cx="557660" cy="199084"/>
            </a:xfrm>
            <a:prstGeom prst="ellipse">
              <a:avLst/>
            </a:prstGeom>
            <a:noFill/>
            <a:ln w="27883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diagram:architecture:node.default:group-cloud"/>
            <p:cNvSpPr/>
            <p:nvPr/>
          </p:nvSpPr>
          <p:spPr>
            <a:xfrm>
              <a:off x="3543695" y="989081"/>
              <a:ext cx="5101560" cy="5338566"/>
            </a:xfrm>
            <a:prstGeom prst="rect">
              <a:avLst/>
            </a:prstGeom>
            <a:noFill/>
            <a:ln w="27883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diagram:architecture:node.default:svg-100"/>
            <p:cNvSpPr/>
            <p:nvPr/>
          </p:nvSpPr>
          <p:spPr>
            <a:xfrm>
              <a:off x="3557637" y="1003022"/>
              <a:ext cx="1115321" cy="1115321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51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diagram:architecture:text.default:svg-105"/>
            <p:cNvSpPr txBox="1"/>
            <p:nvPr/>
          </p:nvSpPr>
          <p:spPr>
            <a:xfrm>
              <a:off x="3990870" y="932688"/>
              <a:ext cx="53674" cy="175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1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3564152" y="932687"/>
            <a:ext cx="5060647" cy="5394960"/>
            <a:chOff x="3564152" y="932687"/>
            <a:chExt cx="5060647" cy="5394960"/>
          </a:xfrm>
        </p:grpSpPr>
        <p:cxnSp>
          <p:nvCxnSpPr>
            <p:cNvPr id="4" name="diagram:radar:edge.default:svg-7:0"/>
            <p:cNvCxnSpPr/>
            <p:nvPr/>
          </p:nvCxnSpPr>
          <p:spPr>
            <a:xfrm flipV="1">
              <a:off x="6091741" y="1355945"/>
              <a:ext cx="0" cy="2485851"/>
            </a:xfrm>
            <a:prstGeom prst="line">
              <a:avLst/>
            </a:prstGeom>
            <a:ln w="16572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radar:edge.default:svg-9:0"/>
            <p:cNvCxnSpPr/>
            <p:nvPr/>
          </p:nvCxnSpPr>
          <p:spPr>
            <a:xfrm flipV="1">
              <a:off x="6091741" y="3073626"/>
              <a:ext cx="2364185" cy="768170"/>
            </a:xfrm>
            <a:prstGeom prst="line">
              <a:avLst/>
            </a:prstGeom>
            <a:ln w="16572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radar:edge.default:svg-11:0"/>
            <p:cNvCxnSpPr/>
            <p:nvPr/>
          </p:nvCxnSpPr>
          <p:spPr>
            <a:xfrm>
              <a:off x="6091741" y="3841796"/>
              <a:ext cx="1461147" cy="2011096"/>
            </a:xfrm>
            <a:prstGeom prst="line">
              <a:avLst/>
            </a:prstGeom>
            <a:ln w="16572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dar:edge.default:svg-13:0"/>
            <p:cNvCxnSpPr/>
            <p:nvPr/>
          </p:nvCxnSpPr>
          <p:spPr>
            <a:xfrm flipH="1">
              <a:off x="4630594" y="3841796"/>
              <a:ext cx="1461147" cy="2011096"/>
            </a:xfrm>
            <a:prstGeom prst="line">
              <a:avLst/>
            </a:prstGeom>
            <a:ln w="16572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dar:edge.default:svg-15:0"/>
            <p:cNvCxnSpPr/>
            <p:nvPr/>
          </p:nvCxnSpPr>
          <p:spPr>
            <a:xfrm flipH="1" flipV="1">
              <a:off x="3727556" y="3073626"/>
              <a:ext cx="2364185" cy="768170"/>
            </a:xfrm>
            <a:prstGeom prst="line">
              <a:avLst/>
            </a:prstGeom>
            <a:ln w="16572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gram:radar:node.default:svg-2"/>
            <p:cNvSpPr/>
            <p:nvPr/>
          </p:nvSpPr>
          <p:spPr>
            <a:xfrm>
              <a:off x="5594571" y="3344626"/>
              <a:ext cx="994340" cy="994340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8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radar:node.default:svg-3"/>
            <p:cNvSpPr/>
            <p:nvPr/>
          </p:nvSpPr>
          <p:spPr>
            <a:xfrm>
              <a:off x="5097401" y="2847456"/>
              <a:ext cx="1988680" cy="1988680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8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radar:node.default:svg-4"/>
            <p:cNvSpPr/>
            <p:nvPr/>
          </p:nvSpPr>
          <p:spPr>
            <a:xfrm>
              <a:off x="4600230" y="2350286"/>
              <a:ext cx="2983021" cy="2983021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8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radar:node.default:svg-5"/>
            <p:cNvSpPr/>
            <p:nvPr/>
          </p:nvSpPr>
          <p:spPr>
            <a:xfrm>
              <a:off x="4103060" y="1853115"/>
              <a:ext cx="3977361" cy="3977361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8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radar:node.default:svg-6"/>
            <p:cNvSpPr/>
            <p:nvPr/>
          </p:nvSpPr>
          <p:spPr>
            <a:xfrm>
              <a:off x="3605890" y="1355945"/>
              <a:ext cx="4971702" cy="4971702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8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radar:node.default:svg-17"/>
            <p:cNvSpPr/>
            <p:nvPr/>
          </p:nvSpPr>
          <p:spPr>
            <a:xfrm>
              <a:off x="3963975" y="1728823"/>
              <a:ext cx="3900905" cy="3649944"/>
            </a:xfrm>
            <a:custGeom>
              <a:avLst/>
              <a:gdLst/>
              <a:ahLst/>
              <a:cxnLst/>
              <a:rect l="l" t="t" r="r" b="b"/>
              <a:pathLst>
                <a:path w="3900905" h="3649944">
                  <a:moveTo>
                    <a:pt x="2127766" y="0"/>
                  </a:moveTo>
                  <a:lnTo>
                    <a:pt x="2665375" y="171440"/>
                  </a:lnTo>
                  <a:lnTo>
                    <a:pt x="3211787" y="570552"/>
                  </a:lnTo>
                  <a:lnTo>
                    <a:pt x="3659473" y="1068600"/>
                  </a:lnTo>
                  <a:lnTo>
                    <a:pt x="3900905" y="1536846"/>
                  </a:lnTo>
                  <a:lnTo>
                    <a:pt x="3873895" y="1983135"/>
                  </a:lnTo>
                  <a:lnTo>
                    <a:pt x="3645623" y="2456704"/>
                  </a:lnTo>
                  <a:lnTo>
                    <a:pt x="3302616" y="2890901"/>
                  </a:lnTo>
                  <a:lnTo>
                    <a:pt x="2931397" y="3219076"/>
                  </a:lnTo>
                  <a:lnTo>
                    <a:pt x="2515574" y="3451464"/>
                  </a:lnTo>
                  <a:lnTo>
                    <a:pt x="2026815" y="3610969"/>
                  </a:lnTo>
                  <a:lnTo>
                    <a:pt x="1533739" y="3649944"/>
                  </a:lnTo>
                  <a:lnTo>
                    <a:pt x="1104963" y="3520740"/>
                  </a:lnTo>
                  <a:lnTo>
                    <a:pt x="697625" y="3148009"/>
                  </a:lnTo>
                  <a:lnTo>
                    <a:pt x="300401" y="2581040"/>
                  </a:lnTo>
                  <a:lnTo>
                    <a:pt x="29217" y="1959140"/>
                  </a:lnTo>
                  <a:lnTo>
                    <a:pt x="0" y="1421620"/>
                  </a:lnTo>
                  <a:lnTo>
                    <a:pt x="312561" y="944234"/>
                  </a:lnTo>
                  <a:lnTo>
                    <a:pt x="880404" y="479017"/>
                  </a:lnTo>
                  <a:lnTo>
                    <a:pt x="1539986" y="129696"/>
                  </a:lnTo>
                  <a:lnTo>
                    <a:pt x="2127766" y="0"/>
                  </a:lnTo>
                  <a:lnTo>
                    <a:pt x="2127766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657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adar:node.default:svg-18"/>
            <p:cNvSpPr/>
            <p:nvPr/>
          </p:nvSpPr>
          <p:spPr>
            <a:xfrm>
              <a:off x="4314421" y="2225993"/>
              <a:ext cx="3870922" cy="3508165"/>
            </a:xfrm>
            <a:custGeom>
              <a:avLst/>
              <a:gdLst/>
              <a:ahLst/>
              <a:cxnLst/>
              <a:rect l="l" t="t" r="r" b="b"/>
              <a:pathLst>
                <a:path w="3870922" h="3508165">
                  <a:moveTo>
                    <a:pt x="1777320" y="0"/>
                  </a:moveTo>
                  <a:lnTo>
                    <a:pt x="2346440" y="61903"/>
                  </a:lnTo>
                  <a:lnTo>
                    <a:pt x="2986053" y="259062"/>
                  </a:lnTo>
                  <a:lnTo>
                    <a:pt x="3541420" y="561644"/>
                  </a:lnTo>
                  <a:lnTo>
                    <a:pt x="3857803" y="939813"/>
                  </a:lnTo>
                  <a:lnTo>
                    <a:pt x="3870922" y="1463340"/>
                  </a:lnTo>
                  <a:lnTo>
                    <a:pt x="3669076" y="2116921"/>
                  </a:lnTo>
                  <a:lnTo>
                    <a:pt x="3326397" y="2743108"/>
                  </a:lnTo>
                  <a:lnTo>
                    <a:pt x="2917014" y="3184458"/>
                  </a:lnTo>
                  <a:lnTo>
                    <a:pt x="2384528" y="3414503"/>
                  </a:lnTo>
                  <a:lnTo>
                    <a:pt x="1720257" y="3508165"/>
                  </a:lnTo>
                  <a:lnTo>
                    <a:pt x="1069905" y="3460085"/>
                  </a:lnTo>
                  <a:lnTo>
                    <a:pt x="579180" y="3264902"/>
                  </a:lnTo>
                  <a:lnTo>
                    <a:pt x="267957" y="2846694"/>
                  </a:lnTo>
                  <a:lnTo>
                    <a:pt x="69590" y="2236688"/>
                  </a:lnTo>
                  <a:lnTo>
                    <a:pt x="0" y="1590243"/>
                  </a:lnTo>
                  <a:lnTo>
                    <a:pt x="75107" y="1062721"/>
                  </a:lnTo>
                  <a:lnTo>
                    <a:pt x="336577" y="665454"/>
                  </a:lnTo>
                  <a:lnTo>
                    <a:pt x="761448" y="331058"/>
                  </a:lnTo>
                  <a:lnTo>
                    <a:pt x="1268702" y="96813"/>
                  </a:lnTo>
                  <a:lnTo>
                    <a:pt x="1777320" y="0"/>
                  </a:lnTo>
                  <a:lnTo>
                    <a:pt x="1777320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6572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adar:node.default:svg-20"/>
            <p:cNvSpPr/>
            <p:nvPr/>
          </p:nvSpPr>
          <p:spPr>
            <a:xfrm>
              <a:off x="8266861" y="1666676"/>
              <a:ext cx="99434" cy="99434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1600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adar:node.default:svg-23"/>
            <p:cNvSpPr/>
            <p:nvPr/>
          </p:nvSpPr>
          <p:spPr>
            <a:xfrm>
              <a:off x="8266861" y="1832400"/>
              <a:ext cx="99434" cy="99434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1600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radar:text.default:svg-8"/>
            <p:cNvSpPr txBox="1"/>
            <p:nvPr/>
          </p:nvSpPr>
          <p:spPr>
            <a:xfrm>
              <a:off x="6078069" y="1191796"/>
              <a:ext cx="27344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Speed</a:t>
              </a:r>
            </a:p>
          </p:txBody>
        </p:sp>
        <p:sp>
          <p:nvSpPr>
            <p:cNvPr id="19" name="diagram:radar:text.default:svg-10"/>
            <p:cNvSpPr txBox="1"/>
            <p:nvPr/>
          </p:nvSpPr>
          <p:spPr>
            <a:xfrm>
              <a:off x="8586517" y="3018263"/>
              <a:ext cx="38282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Quality</a:t>
              </a:r>
            </a:p>
          </p:txBody>
        </p:sp>
        <p:sp>
          <p:nvSpPr>
            <p:cNvPr id="20" name="diagram:radar:text.default:svg-12"/>
            <p:cNvSpPr txBox="1"/>
            <p:nvPr/>
          </p:nvSpPr>
          <p:spPr>
            <a:xfrm>
              <a:off x="7634489" y="5973550"/>
              <a:ext cx="21875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Cost</a:t>
              </a:r>
            </a:p>
          </p:txBody>
        </p:sp>
        <p:sp>
          <p:nvSpPr>
            <p:cNvPr id="21" name="diagram:radar:text.default:svg-14"/>
            <p:cNvSpPr txBox="1"/>
            <p:nvPr/>
          </p:nvSpPr>
          <p:spPr>
            <a:xfrm>
              <a:off x="4518914" y="5973550"/>
              <a:ext cx="38282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Support</a:t>
              </a:r>
            </a:p>
          </p:txBody>
        </p:sp>
        <p:sp>
          <p:nvSpPr>
            <p:cNvPr id="22" name="diagram:radar:text.default:svg-16"/>
            <p:cNvSpPr txBox="1"/>
            <p:nvPr/>
          </p:nvSpPr>
          <p:spPr>
            <a:xfrm>
              <a:off x="3564152" y="3018263"/>
              <a:ext cx="27344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Scale</a:t>
              </a:r>
            </a:p>
          </p:txBody>
        </p:sp>
        <p:sp>
          <p:nvSpPr>
            <p:cNvPr id="23" name="diagram:radar:text.default:svg-21"/>
            <p:cNvSpPr txBox="1"/>
            <p:nvPr/>
          </p:nvSpPr>
          <p:spPr>
            <a:xfrm>
              <a:off x="8385767" y="1659965"/>
              <a:ext cx="27344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Alpha</a:t>
              </a:r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388502" y="1825688"/>
              <a:ext cx="21875" cy="8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6026115" y="932687"/>
              <a:ext cx="131252" cy="119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3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27023"/>
            <a:ext cx="11055096" cy="4606289"/>
            <a:chOff x="566928" y="1327023"/>
            <a:chExt cx="11055096" cy="4606289"/>
          </a:xfrm>
        </p:grpSpPr>
        <p:cxnSp>
          <p:nvCxnSpPr>
            <p:cNvPr id="4" name="diagram:eventmodeling:edge.default:svg-25:0"/>
            <p:cNvCxnSpPr/>
            <p:nvPr/>
          </p:nvCxnSpPr>
          <p:spPr>
            <a:xfrm>
              <a:off x="4716333" y="2619031"/>
              <a:ext cx="629152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eventmodeling:edge.default:svg-26:0"/>
            <p:cNvCxnSpPr/>
            <p:nvPr/>
          </p:nvCxnSpPr>
          <p:spPr>
            <a:xfrm>
              <a:off x="6090731" y="4191910"/>
              <a:ext cx="786439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eventmodeling:edge.default:svg-27:0"/>
            <p:cNvCxnSpPr/>
            <p:nvPr/>
          </p:nvCxnSpPr>
          <p:spPr>
            <a:xfrm flipV="1">
              <a:off x="7704805" y="4191910"/>
              <a:ext cx="831379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eventmodeling:edge.default:svg-28:0"/>
            <p:cNvCxnSpPr/>
            <p:nvPr/>
          </p:nvCxnSpPr>
          <p:spPr>
            <a:xfrm flipV="1">
              <a:off x="9326368" y="2619031"/>
              <a:ext cx="674092" cy="449394"/>
            </a:xfrm>
            <a:prstGeom prst="line">
              <a:avLst/>
            </a:prstGeom>
            <a:ln w="11234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eventmodeling:node.default:svg-2"/>
            <p:cNvSpPr/>
            <p:nvPr/>
          </p:nvSpPr>
          <p:spPr>
            <a:xfrm>
              <a:off x="566928" y="1327023"/>
              <a:ext cx="11055096" cy="1460530"/>
            </a:xfrm>
            <a:prstGeom prst="roundRect">
              <a:avLst/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node.default:svg-5"/>
            <p:cNvSpPr/>
            <p:nvPr/>
          </p:nvSpPr>
          <p:spPr>
            <a:xfrm>
              <a:off x="566928" y="2899902"/>
              <a:ext cx="11055096" cy="1460530"/>
            </a:xfrm>
            <a:prstGeom prst="roundRect">
              <a:avLst/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eventmodeling:node.default:svg-8"/>
            <p:cNvSpPr/>
            <p:nvPr/>
          </p:nvSpPr>
          <p:spPr>
            <a:xfrm>
              <a:off x="566928" y="4472782"/>
              <a:ext cx="11055096" cy="1460530"/>
            </a:xfrm>
            <a:prstGeom prst="roundRect">
              <a:avLst/>
            </a:prstGeom>
            <a:solidFill>
              <a:srgbClr val="FAFAFA">
                <a:alpha val="100000"/>
              </a:srgbClr>
            </a:solidFill>
            <a:ln w="15728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node.default:svg-11"/>
            <p:cNvSpPr/>
            <p:nvPr/>
          </p:nvSpPr>
          <p:spPr>
            <a:xfrm>
              <a:off x="3375641" y="1495545"/>
              <a:ext cx="2011038" cy="1123485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15728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600240" y="3068425"/>
              <a:ext cx="2235735" cy="1123485"/>
            </a:xfrm>
            <a:prstGeom prst="roundRect">
              <a:avLst/>
            </a:prstGeom>
            <a:solidFill>
              <a:srgbClr val="BCD6FE">
                <a:alpha val="100000"/>
              </a:srgbClr>
            </a:solidFill>
            <a:ln w="15728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node.default:svg-17"/>
            <p:cNvSpPr/>
            <p:nvPr/>
          </p:nvSpPr>
          <p:spPr>
            <a:xfrm>
              <a:off x="6049536" y="4641304"/>
              <a:ext cx="2482902" cy="1123485"/>
            </a:xfrm>
            <a:prstGeom prst="roundRect">
              <a:avLst/>
            </a:prstGeom>
            <a:solidFill>
              <a:srgbClr val="FFB778">
                <a:alpha val="100000"/>
              </a:srgbClr>
            </a:solidFill>
            <a:ln w="15728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eventmodeling:node.default:svg-20"/>
            <p:cNvSpPr/>
            <p:nvPr/>
          </p:nvSpPr>
          <p:spPr>
            <a:xfrm>
              <a:off x="7745999" y="3068425"/>
              <a:ext cx="2370554" cy="1123485"/>
            </a:xfrm>
            <a:prstGeom prst="roundRect">
              <a:avLst/>
            </a:prstGeom>
            <a:solidFill>
              <a:srgbClr val="D3F1A2">
                <a:alpha val="100000"/>
              </a:srgbClr>
            </a:solidFill>
            <a:ln w="15728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node.default:svg-23"/>
            <p:cNvSpPr/>
            <p:nvPr/>
          </p:nvSpPr>
          <p:spPr>
            <a:xfrm>
              <a:off x="9330113" y="1495545"/>
              <a:ext cx="2011038" cy="1123485"/>
            </a:xfrm>
            <a:prstGeom prst="roundRect">
              <a:avLst/>
            </a:prstGeom>
            <a:solidFill>
              <a:srgbClr val="FFFFFF">
                <a:alpha val="100000"/>
              </a:srgbClr>
            </a:solidFill>
            <a:ln w="15728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eventmodeling:text.default:svg-3"/>
            <p:cNvSpPr txBox="1"/>
            <p:nvPr/>
          </p:nvSpPr>
          <p:spPr>
            <a:xfrm>
              <a:off x="847743" y="1653451"/>
              <a:ext cx="112460" cy="14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UI/Automation</a:t>
              </a:r>
            </a:p>
          </p:txBody>
        </p:sp>
        <p:sp>
          <p:nvSpPr>
            <p:cNvPr id="17" name="diagram:eventmodeling:text.default:svg-6"/>
            <p:cNvSpPr txBox="1"/>
            <p:nvPr/>
          </p:nvSpPr>
          <p:spPr>
            <a:xfrm>
              <a:off x="826116" y="3226331"/>
              <a:ext cx="155715" cy="14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Command/Read Model</a:t>
              </a:r>
            </a:p>
          </p:txBody>
        </p:sp>
        <p:sp>
          <p:nvSpPr>
            <p:cNvPr id="18" name="diagram:eventmodeling:text.default:svg-9"/>
            <p:cNvSpPr txBox="1"/>
            <p:nvPr/>
          </p:nvSpPr>
          <p:spPr>
            <a:xfrm>
              <a:off x="878021" y="4799210"/>
              <a:ext cx="51905" cy="141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Events</a:t>
              </a:r>
            </a:p>
          </p:txBody>
        </p:sp>
        <p:sp>
          <p:nvSpPr>
            <p:cNvPr id="19" name="diagram:eventmodeling:text.default:svg-12"/>
            <p:cNvSpPr txBox="1"/>
            <p:nvPr/>
          </p:nvSpPr>
          <p:spPr>
            <a:xfrm>
              <a:off x="3487989" y="1607894"/>
              <a:ext cx="1786341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CartUI</a:t>
              </a:r>
            </a:p>
          </p:txBody>
        </p:sp>
        <p:sp>
          <p:nvSpPr>
            <p:cNvPr id="20" name="diagram:eventmodeling:text.default:svg-15"/>
            <p:cNvSpPr txBox="1"/>
            <p:nvPr/>
          </p:nvSpPr>
          <p:spPr>
            <a:xfrm>
              <a:off x="4712589" y="3180773"/>
              <a:ext cx="2011038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AddItem</a:t>
              </a:r>
            </a:p>
          </p:txBody>
        </p:sp>
        <p:sp>
          <p:nvSpPr>
            <p:cNvPr id="21" name="diagram:eventmodeling:text.default:svg-18"/>
            <p:cNvSpPr txBox="1"/>
            <p:nvPr/>
          </p:nvSpPr>
          <p:spPr>
            <a:xfrm>
              <a:off x="6161885" y="4753653"/>
              <a:ext cx="2258205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ItemAdded</a:t>
              </a:r>
            </a:p>
          </p:txBody>
        </p:sp>
        <p:sp>
          <p:nvSpPr>
            <p:cNvPr id="22" name="diagram:eventmodeling:text.default:svg-21"/>
            <p:cNvSpPr txBox="1"/>
            <p:nvPr/>
          </p:nvSpPr>
          <p:spPr>
            <a:xfrm>
              <a:off x="7858348" y="3180773"/>
              <a:ext cx="2145857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CartItems</a:t>
              </a:r>
            </a:p>
          </p:txBody>
        </p:sp>
        <p:sp>
          <p:nvSpPr>
            <p:cNvPr id="23" name="diagram:eventmodeling:text.default:svg-24"/>
            <p:cNvSpPr txBox="1"/>
            <p:nvPr/>
          </p:nvSpPr>
          <p:spPr>
            <a:xfrm>
              <a:off x="9442462" y="1607894"/>
              <a:ext cx="1786341" cy="8987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6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CartUI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9" name="diagram:treemap"/>
          <p:cNvGrpSpPr/>
          <p:nvPr/>
        </p:nvGrpSpPr>
        <p:grpSpPr>
          <a:xfrm>
            <a:off x="566928" y="1419148"/>
            <a:ext cx="11055096" cy="4422038"/>
            <a:chOff x="566928" y="1419148"/>
            <a:chExt cx="11055096" cy="4422038"/>
          </a:xfrm>
        </p:grpSpPr>
        <p:sp>
          <p:nvSpPr>
            <p:cNvPr id="4" name="diagram:treemap:node.default:svg-3"/>
            <p:cNvSpPr/>
            <p:nvPr/>
          </p:nvSpPr>
          <p:spPr>
            <a:xfrm>
              <a:off x="566928" y="1419148"/>
              <a:ext cx="11055096" cy="276377"/>
            </a:xfrm>
            <a:prstGeom prst="rect">
              <a:avLst/>
            </a:prstGeom>
            <a:noFill/>
            <a:ln w="663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clip-section-my-svg-0"/>
            <p:cNvSpPr/>
            <p:nvPr/>
          </p:nvSpPr>
          <p:spPr>
            <a:xfrm>
              <a:off x="566928" y="1419148"/>
              <a:ext cx="10922434" cy="27637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node.default:svg-6"/>
            <p:cNvSpPr/>
            <p:nvPr/>
          </p:nvSpPr>
          <p:spPr>
            <a:xfrm>
              <a:off x="566928" y="1419148"/>
              <a:ext cx="11055096" cy="4422038"/>
            </a:xfrm>
            <a:prstGeom prst="rect">
              <a:avLst/>
            </a:prstGeom>
            <a:solidFill>
              <a:srgbClr val="000000">
                <a:alpha val="60000"/>
              </a:srgbClr>
            </a:solidFill>
            <a:ln w="22110">
              <a:solidFill>
                <a:srgbClr val="00000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treemap:node.default:svg-10"/>
            <p:cNvSpPr/>
            <p:nvPr/>
          </p:nvSpPr>
          <p:spPr>
            <a:xfrm>
              <a:off x="677478" y="1806077"/>
              <a:ext cx="10833994" cy="276377"/>
            </a:xfrm>
            <a:prstGeom prst="rect">
              <a:avLst/>
            </a:prstGeom>
            <a:noFill/>
            <a:ln w="6633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treemap:node.default:clip-section-my-svg-1"/>
            <p:cNvSpPr/>
            <p:nvPr/>
          </p:nvSpPr>
          <p:spPr>
            <a:xfrm>
              <a:off x="677478" y="1806077"/>
              <a:ext cx="10701332" cy="27637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node.default:svg-13"/>
            <p:cNvSpPr/>
            <p:nvPr/>
          </p:nvSpPr>
          <p:spPr>
            <a:xfrm>
              <a:off x="677478" y="1806077"/>
              <a:ext cx="10833994" cy="3924559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110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treemap:node.default:svg-17"/>
            <p:cNvSpPr/>
            <p:nvPr/>
          </p:nvSpPr>
          <p:spPr>
            <a:xfrm>
              <a:off x="788029" y="2193005"/>
              <a:ext cx="3648181" cy="342707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165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treemap:node.default:clip-my-svg-0"/>
            <p:cNvSpPr/>
            <p:nvPr/>
          </p:nvSpPr>
          <p:spPr>
            <a:xfrm>
              <a:off x="788029" y="2193005"/>
              <a:ext cx="3603961" cy="338285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node.default:svg-23"/>
            <p:cNvSpPr/>
            <p:nvPr/>
          </p:nvSpPr>
          <p:spPr>
            <a:xfrm>
              <a:off x="4546762" y="2193005"/>
              <a:ext cx="4709470" cy="1857256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165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treemap:node.default:clip-my-svg-1"/>
            <p:cNvSpPr/>
            <p:nvPr/>
          </p:nvSpPr>
          <p:spPr>
            <a:xfrm>
              <a:off x="4546762" y="2193005"/>
              <a:ext cx="4665250" cy="181303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treemap:node.default:svg-29"/>
            <p:cNvSpPr/>
            <p:nvPr/>
          </p:nvSpPr>
          <p:spPr>
            <a:xfrm>
              <a:off x="4546762" y="4160812"/>
              <a:ext cx="4709470" cy="1459272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165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node.default:clip-my-svg-2"/>
            <p:cNvSpPr/>
            <p:nvPr/>
          </p:nvSpPr>
          <p:spPr>
            <a:xfrm>
              <a:off x="4546762" y="4160812"/>
              <a:ext cx="4665250" cy="141505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treemap:node.default:svg-35"/>
            <p:cNvSpPr/>
            <p:nvPr/>
          </p:nvSpPr>
          <p:spPr>
            <a:xfrm>
              <a:off x="9366784" y="2193005"/>
              <a:ext cx="2034137" cy="342707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165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treemap:node.default:clip-my-svg-3"/>
            <p:cNvSpPr/>
            <p:nvPr/>
          </p:nvSpPr>
          <p:spPr>
            <a:xfrm>
              <a:off x="9366784" y="2193005"/>
              <a:ext cx="1989917" cy="338285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7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8"/>
            <p:cNvSpPr txBox="1"/>
            <p:nvPr/>
          </p:nvSpPr>
          <p:spPr>
            <a:xfrm>
              <a:off x="11498704" y="1546890"/>
              <a:ext cx="25537" cy="139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100</a:t>
              </a:r>
            </a:p>
          </p:txBody>
        </p:sp>
        <p:sp>
          <p:nvSpPr>
            <p:cNvPr id="19" name="diagram:treemap:text.default:svg-14"/>
            <p:cNvSpPr txBox="1"/>
            <p:nvPr/>
          </p:nvSpPr>
          <p:spPr>
            <a:xfrm>
              <a:off x="714624" y="1935311"/>
              <a:ext cx="58370" cy="119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0" name="diagram:treemap:text.default:svg-15"/>
            <p:cNvSpPr txBox="1"/>
            <p:nvPr/>
          </p:nvSpPr>
          <p:spPr>
            <a:xfrm>
              <a:off x="11391801" y="1936803"/>
              <a:ext cx="18240" cy="99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100</a:t>
              </a:r>
            </a:p>
          </p:txBody>
        </p:sp>
        <p:sp>
          <p:nvSpPr>
            <p:cNvPr id="21" name="diagram:treemap:text.default:svg-20"/>
            <p:cNvSpPr txBox="1"/>
            <p:nvPr/>
          </p:nvSpPr>
          <p:spPr>
            <a:xfrm>
              <a:off x="2577463" y="3878189"/>
              <a:ext cx="69315" cy="378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2" name="diagram:treemap:text.default:svg-21"/>
            <p:cNvSpPr txBox="1"/>
            <p:nvPr/>
          </p:nvSpPr>
          <p:spPr>
            <a:xfrm>
              <a:off x="2598136" y="4121539"/>
              <a:ext cx="27969" cy="228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00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35</a:t>
              </a:r>
            </a:p>
          </p:txBody>
        </p:sp>
        <p:sp>
          <p:nvSpPr>
            <p:cNvPr id="23" name="diagram:treemap:text.default:svg-26"/>
            <p:cNvSpPr txBox="1"/>
            <p:nvPr/>
          </p:nvSpPr>
          <p:spPr>
            <a:xfrm>
              <a:off x="6855287" y="3093277"/>
              <a:ext cx="92420" cy="378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</a:t>
              </a:r>
            </a:p>
          </p:txBody>
        </p:sp>
        <p:sp>
          <p:nvSpPr>
            <p:cNvPr id="24" name="diagram:treemap:text.default:svg-27"/>
            <p:cNvSpPr txBox="1"/>
            <p:nvPr/>
          </p:nvSpPr>
          <p:spPr>
            <a:xfrm>
              <a:off x="6887513" y="3336627"/>
              <a:ext cx="27969" cy="228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00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25</a:t>
              </a:r>
            </a:p>
          </p:txBody>
        </p:sp>
        <p:sp>
          <p:nvSpPr>
            <p:cNvPr id="25" name="diagram:treemap:text.default:svg-32"/>
            <p:cNvSpPr txBox="1"/>
            <p:nvPr/>
          </p:nvSpPr>
          <p:spPr>
            <a:xfrm>
              <a:off x="6785972" y="4862092"/>
              <a:ext cx="231051" cy="378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Operations</a:t>
              </a:r>
            </a:p>
          </p:txBody>
        </p:sp>
        <p:sp>
          <p:nvSpPr>
            <p:cNvPr id="26" name="diagram:treemap:text.default:svg-33"/>
            <p:cNvSpPr txBox="1"/>
            <p:nvPr/>
          </p:nvSpPr>
          <p:spPr>
            <a:xfrm>
              <a:off x="6887513" y="5105442"/>
              <a:ext cx="27969" cy="228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00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</a:t>
              </a:r>
            </a:p>
          </p:txBody>
        </p:sp>
        <p:sp>
          <p:nvSpPr>
            <p:cNvPr id="27" name="diagram:treemap:text.default:svg-38"/>
            <p:cNvSpPr txBox="1"/>
            <p:nvPr/>
          </p:nvSpPr>
          <p:spPr>
            <a:xfrm>
              <a:off x="10289608" y="3883412"/>
              <a:ext cx="188489" cy="308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8" name="diagram:treemap:text.default:svg-39"/>
            <p:cNvSpPr txBox="1"/>
            <p:nvPr/>
          </p:nvSpPr>
          <p:spPr>
            <a:xfrm>
              <a:off x="10372300" y="4085831"/>
              <a:ext cx="23105" cy="189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65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38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cxnSp>
          <p:nvCxnSpPr>
            <p:cNvPr id="4" name="diagram:venn:edge.default:svg-12:0"/>
            <p:cNvCxnSpPr/>
            <p:nvPr/>
          </p:nvCxnSpPr>
          <p:spPr>
            <a:xfrm flipH="1" flipV="1">
              <a:off x="5550474" y="5642950"/>
              <a:ext cx="288499" cy="30536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venn:edge.default:svg-12:1"/>
            <p:cNvCxnSpPr/>
            <p:nvPr/>
          </p:nvCxnSpPr>
          <p:spPr>
            <a:xfrm flipH="1" flipV="1">
              <a:off x="5347350" y="5275226"/>
              <a:ext cx="203124" cy="367724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venn:edge.default:svg-12:2"/>
            <p:cNvCxnSpPr/>
            <p:nvPr/>
          </p:nvCxnSpPr>
          <p:spPr>
            <a:xfrm flipH="1" flipV="1">
              <a:off x="5242467" y="4868434"/>
              <a:ext cx="104883" cy="406792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venn:edge.default:svg-12:3"/>
            <p:cNvCxnSpPr/>
            <p:nvPr/>
          </p:nvCxnSpPr>
          <p:spPr>
            <a:xfrm flipV="1">
              <a:off x="5242467" y="4448338"/>
              <a:ext cx="0" cy="42009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venn:edge.default:svg-12:4"/>
            <p:cNvCxnSpPr/>
            <p:nvPr/>
          </p:nvCxnSpPr>
          <p:spPr>
            <a:xfrm flipV="1">
              <a:off x="5242467" y="4041546"/>
              <a:ext cx="104883" cy="406792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venn:edge.default:svg-12:5"/>
            <p:cNvCxnSpPr/>
            <p:nvPr/>
          </p:nvCxnSpPr>
          <p:spPr>
            <a:xfrm flipV="1">
              <a:off x="5347350" y="3673822"/>
              <a:ext cx="203124" cy="367724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venn:edge.default:svg-12:6"/>
            <p:cNvCxnSpPr/>
            <p:nvPr/>
          </p:nvCxnSpPr>
          <p:spPr>
            <a:xfrm flipV="1">
              <a:off x="5550474" y="3368456"/>
              <a:ext cx="288499" cy="30536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venn:edge.default:svg-12:7"/>
            <p:cNvCxnSpPr/>
            <p:nvPr/>
          </p:nvCxnSpPr>
          <p:spPr>
            <a:xfrm>
              <a:off x="5838973" y="3368456"/>
              <a:ext cx="288498" cy="30536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venn:edge.default:svg-12:8"/>
            <p:cNvCxnSpPr/>
            <p:nvPr/>
          </p:nvCxnSpPr>
          <p:spPr>
            <a:xfrm>
              <a:off x="6127471" y="3673822"/>
              <a:ext cx="203124" cy="367724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venn:edge.default:svg-12:9"/>
            <p:cNvCxnSpPr/>
            <p:nvPr/>
          </p:nvCxnSpPr>
          <p:spPr>
            <a:xfrm>
              <a:off x="6330595" y="4041546"/>
              <a:ext cx="104883" cy="406792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venn:edge.default:svg-12:10"/>
            <p:cNvCxnSpPr/>
            <p:nvPr/>
          </p:nvCxnSpPr>
          <p:spPr>
            <a:xfrm>
              <a:off x="6435478" y="4448338"/>
              <a:ext cx="0" cy="42009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venn:edge.default:svg-12:11"/>
            <p:cNvCxnSpPr/>
            <p:nvPr/>
          </p:nvCxnSpPr>
          <p:spPr>
            <a:xfrm flipH="1">
              <a:off x="6330595" y="4868434"/>
              <a:ext cx="104883" cy="406792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venn:edge.default:svg-12:12"/>
            <p:cNvCxnSpPr/>
            <p:nvPr/>
          </p:nvCxnSpPr>
          <p:spPr>
            <a:xfrm flipH="1">
              <a:off x="6127471" y="5275226"/>
              <a:ext cx="203124" cy="367724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venn:edge.default:svg-12:13"/>
            <p:cNvCxnSpPr/>
            <p:nvPr/>
          </p:nvCxnSpPr>
          <p:spPr>
            <a:xfrm flipH="1">
              <a:off x="5838973" y="5642950"/>
              <a:ext cx="288498" cy="305366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venn:edge.default:svg-15:0"/>
            <p:cNvCxnSpPr/>
            <p:nvPr/>
          </p:nvCxnSpPr>
          <p:spPr>
            <a:xfrm flipV="1">
              <a:off x="5902104" y="3112749"/>
              <a:ext cx="365928" cy="206343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venn:edge.default:svg-15:1"/>
            <p:cNvCxnSpPr/>
            <p:nvPr/>
          </p:nvCxnSpPr>
          <p:spPr>
            <a:xfrm flipV="1">
              <a:off x="6268032" y="3004300"/>
              <a:ext cx="405855" cy="108449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venn:edge.default:svg-15:2"/>
            <p:cNvCxnSpPr/>
            <p:nvPr/>
          </p:nvCxnSpPr>
          <p:spPr>
            <a:xfrm flipV="1">
              <a:off x="6673887" y="3000613"/>
              <a:ext cx="420080" cy="3687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venn:edge.default:svg-15:3"/>
            <p:cNvCxnSpPr/>
            <p:nvPr/>
          </p:nvCxnSpPr>
          <p:spPr>
            <a:xfrm>
              <a:off x="7093967" y="3000613"/>
              <a:ext cx="407696" cy="101309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venn:edge.default:svg-15:4"/>
            <p:cNvCxnSpPr/>
            <p:nvPr/>
          </p:nvCxnSpPr>
          <p:spPr>
            <a:xfrm>
              <a:off x="7501663" y="3101922"/>
              <a:ext cx="369493" cy="199888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venn:edge.default:svg-15:5"/>
            <p:cNvCxnSpPr/>
            <p:nvPr/>
          </p:nvCxnSpPr>
          <p:spPr>
            <a:xfrm>
              <a:off x="7871156" y="3301810"/>
              <a:ext cx="307886" cy="285808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venn:edge.default:svg-15:6"/>
            <p:cNvCxnSpPr/>
            <p:nvPr/>
          </p:nvCxnSpPr>
          <p:spPr>
            <a:xfrm>
              <a:off x="8179042" y="3587618"/>
              <a:ext cx="226781" cy="353625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venn:edge.default:svg-15:7"/>
            <p:cNvCxnSpPr/>
            <p:nvPr/>
          </p:nvCxnSpPr>
          <p:spPr>
            <a:xfrm flipH="1">
              <a:off x="8039895" y="3941243"/>
              <a:ext cx="365928" cy="206343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venn:edge.default:svg-15:8"/>
            <p:cNvCxnSpPr/>
            <p:nvPr/>
          </p:nvCxnSpPr>
          <p:spPr>
            <a:xfrm flipH="1">
              <a:off x="7634040" y="4147586"/>
              <a:ext cx="405855" cy="108449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venn:edge.default:svg-15:9"/>
            <p:cNvCxnSpPr/>
            <p:nvPr/>
          </p:nvCxnSpPr>
          <p:spPr>
            <a:xfrm flipH="1">
              <a:off x="7213960" y="4256035"/>
              <a:ext cx="420080" cy="3687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venn:edge.default:svg-15:10"/>
            <p:cNvCxnSpPr/>
            <p:nvPr/>
          </p:nvCxnSpPr>
          <p:spPr>
            <a:xfrm flipH="1" flipV="1">
              <a:off x="6806264" y="4158413"/>
              <a:ext cx="407696" cy="101309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venn:edge.default:svg-15:11"/>
            <p:cNvCxnSpPr/>
            <p:nvPr/>
          </p:nvCxnSpPr>
          <p:spPr>
            <a:xfrm flipH="1" flipV="1">
              <a:off x="6436771" y="3958525"/>
              <a:ext cx="369493" cy="199888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venn:edge.default:svg-15:12"/>
            <p:cNvCxnSpPr/>
            <p:nvPr/>
          </p:nvCxnSpPr>
          <p:spPr>
            <a:xfrm flipH="1" flipV="1">
              <a:off x="6128885" y="3672717"/>
              <a:ext cx="307886" cy="285808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venn:edge.default:svg-15:13"/>
            <p:cNvCxnSpPr/>
            <p:nvPr/>
          </p:nvCxnSpPr>
          <p:spPr>
            <a:xfrm flipH="1" flipV="1">
              <a:off x="5902104" y="3319092"/>
              <a:ext cx="226781" cy="353625"/>
            </a:xfrm>
            <a:prstGeom prst="line">
              <a:avLst/>
            </a:prstGeom>
            <a:ln w="1798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venn:node.default:svg-3"/>
            <p:cNvSpPr/>
            <p:nvPr/>
          </p:nvSpPr>
          <p:spPr>
            <a:xfrm>
              <a:off x="3110223" y="2989124"/>
              <a:ext cx="3338523" cy="3326353"/>
            </a:xfrm>
            <a:custGeom>
              <a:avLst/>
              <a:gdLst/>
              <a:ahLst/>
              <a:cxnLst/>
              <a:rect l="l" t="t" r="r" b="b"/>
              <a:pathLst>
                <a:path w="3338523" h="3326353">
                  <a:moveTo>
                    <a:pt x="1669262" y="1669262"/>
                  </a:moveTo>
                  <a:lnTo>
                    <a:pt x="0" y="1669262"/>
                  </a:lnTo>
                  <a:lnTo>
                    <a:pt x="48506" y="2068742"/>
                  </a:lnTo>
                  <a:lnTo>
                    <a:pt x="191204" y="2445006"/>
                  </a:lnTo>
                  <a:lnTo>
                    <a:pt x="419801" y="2776187"/>
                  </a:lnTo>
                  <a:lnTo>
                    <a:pt x="721013" y="3043037"/>
                  </a:lnTo>
                  <a:lnTo>
                    <a:pt x="1077333" y="3230049"/>
                  </a:lnTo>
                  <a:lnTo>
                    <a:pt x="1468054" y="3326353"/>
                  </a:lnTo>
                  <a:lnTo>
                    <a:pt x="1870469" y="3326353"/>
                  </a:lnTo>
                  <a:lnTo>
                    <a:pt x="2261190" y="3230049"/>
                  </a:lnTo>
                  <a:lnTo>
                    <a:pt x="2617510" y="3043037"/>
                  </a:lnTo>
                  <a:lnTo>
                    <a:pt x="2918722" y="2776187"/>
                  </a:lnTo>
                  <a:lnTo>
                    <a:pt x="3147319" y="2445006"/>
                  </a:lnTo>
                  <a:lnTo>
                    <a:pt x="3290017" y="2068742"/>
                  </a:lnTo>
                  <a:lnTo>
                    <a:pt x="3338523" y="1669262"/>
                  </a:lnTo>
                  <a:lnTo>
                    <a:pt x="3281644" y="1237225"/>
                  </a:lnTo>
                  <a:lnTo>
                    <a:pt x="3114884" y="834631"/>
                  </a:lnTo>
                  <a:lnTo>
                    <a:pt x="2849608" y="488916"/>
                  </a:lnTo>
                  <a:lnTo>
                    <a:pt x="2503892" y="223639"/>
                  </a:lnTo>
                  <a:lnTo>
                    <a:pt x="2101298" y="56879"/>
                  </a:lnTo>
                  <a:lnTo>
                    <a:pt x="1669262" y="0"/>
                  </a:lnTo>
                  <a:lnTo>
                    <a:pt x="1237225" y="56879"/>
                  </a:lnTo>
                  <a:lnTo>
                    <a:pt x="834631" y="223639"/>
                  </a:lnTo>
                  <a:lnTo>
                    <a:pt x="488915" y="488916"/>
                  </a:lnTo>
                  <a:lnTo>
                    <a:pt x="223639" y="834631"/>
                  </a:lnTo>
                  <a:lnTo>
                    <a:pt x="56879" y="1237225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1669262" y="1669262"/>
                  </a:moveTo>
                  <a:lnTo>
                    <a:pt x="0" y="1669262"/>
                  </a:lnTo>
                  <a:lnTo>
                    <a:pt x="56879" y="2101299"/>
                  </a:lnTo>
                  <a:lnTo>
                    <a:pt x="223639" y="2503893"/>
                  </a:lnTo>
                  <a:lnTo>
                    <a:pt x="488915" y="2849608"/>
                  </a:lnTo>
                  <a:lnTo>
                    <a:pt x="834631" y="3114885"/>
                  </a:lnTo>
                  <a:lnTo>
                    <a:pt x="1237225" y="3281645"/>
                  </a:lnTo>
                  <a:lnTo>
                    <a:pt x="1669262" y="3338524"/>
                  </a:lnTo>
                  <a:lnTo>
                    <a:pt x="2101298" y="3281645"/>
                  </a:lnTo>
                  <a:lnTo>
                    <a:pt x="2503892" y="3114885"/>
                  </a:lnTo>
                  <a:lnTo>
                    <a:pt x="2849608" y="2849608"/>
                  </a:lnTo>
                  <a:lnTo>
                    <a:pt x="3114885" y="2503893"/>
                  </a:lnTo>
                  <a:lnTo>
                    <a:pt x="3281644" y="2101299"/>
                  </a:lnTo>
                  <a:lnTo>
                    <a:pt x="3338523" y="1669262"/>
                  </a:lnTo>
                  <a:lnTo>
                    <a:pt x="3281644" y="1237225"/>
                  </a:lnTo>
                  <a:lnTo>
                    <a:pt x="3114885" y="834631"/>
                  </a:lnTo>
                  <a:lnTo>
                    <a:pt x="2849608" y="488916"/>
                  </a:lnTo>
                  <a:lnTo>
                    <a:pt x="2503892" y="223639"/>
                  </a:lnTo>
                  <a:lnTo>
                    <a:pt x="2101298" y="56879"/>
                  </a:lnTo>
                  <a:lnTo>
                    <a:pt x="1669262" y="0"/>
                  </a:lnTo>
                  <a:lnTo>
                    <a:pt x="1237225" y="56879"/>
                  </a:lnTo>
                  <a:lnTo>
                    <a:pt x="834631" y="223639"/>
                  </a:lnTo>
                  <a:lnTo>
                    <a:pt x="488915" y="488916"/>
                  </a:lnTo>
                  <a:lnTo>
                    <a:pt x="223639" y="834631"/>
                  </a:lnTo>
                  <a:lnTo>
                    <a:pt x="56879" y="1237225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1669261" y="1669261"/>
                  </a:moveTo>
                  <a:lnTo>
                    <a:pt x="0" y="1669261"/>
                  </a:lnTo>
                  <a:lnTo>
                    <a:pt x="56879" y="2101298"/>
                  </a:lnTo>
                  <a:lnTo>
                    <a:pt x="223639" y="2503892"/>
                  </a:lnTo>
                  <a:lnTo>
                    <a:pt x="488915" y="2849607"/>
                  </a:lnTo>
                  <a:lnTo>
                    <a:pt x="834631" y="3114884"/>
                  </a:lnTo>
                  <a:lnTo>
                    <a:pt x="1237225" y="3281644"/>
                  </a:lnTo>
                  <a:lnTo>
                    <a:pt x="1669261" y="3338523"/>
                  </a:lnTo>
                  <a:lnTo>
                    <a:pt x="2101298" y="3281644"/>
                  </a:lnTo>
                  <a:lnTo>
                    <a:pt x="2503892" y="3114884"/>
                  </a:lnTo>
                  <a:lnTo>
                    <a:pt x="2849608" y="2849607"/>
                  </a:lnTo>
                  <a:lnTo>
                    <a:pt x="3114884" y="2503892"/>
                  </a:lnTo>
                  <a:lnTo>
                    <a:pt x="3281644" y="2101298"/>
                  </a:lnTo>
                  <a:lnTo>
                    <a:pt x="3338523" y="1669261"/>
                  </a:lnTo>
                  <a:lnTo>
                    <a:pt x="3281644" y="1237224"/>
                  </a:lnTo>
                  <a:lnTo>
                    <a:pt x="3114884" y="834630"/>
                  </a:lnTo>
                  <a:lnTo>
                    <a:pt x="2849608" y="488915"/>
                  </a:lnTo>
                  <a:lnTo>
                    <a:pt x="2503892" y="223638"/>
                  </a:lnTo>
                  <a:lnTo>
                    <a:pt x="2101298" y="56878"/>
                  </a:lnTo>
                  <a:lnTo>
                    <a:pt x="1669261" y="0"/>
                  </a:lnTo>
                  <a:lnTo>
                    <a:pt x="1237225" y="56878"/>
                  </a:lnTo>
                  <a:lnTo>
                    <a:pt x="834631" y="223638"/>
                  </a:lnTo>
                  <a:lnTo>
                    <a:pt x="488915" y="488915"/>
                  </a:lnTo>
                  <a:lnTo>
                    <a:pt x="223639" y="834630"/>
                  </a:lnTo>
                  <a:lnTo>
                    <a:pt x="56879" y="1237224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venn:text.default:svg-4"/>
            <p:cNvSpPr txBox="1"/>
            <p:nvPr/>
          </p:nvSpPr>
          <p:spPr>
            <a:xfrm>
              <a:off x="4108360" y="4636970"/>
              <a:ext cx="118689" cy="27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sp>
          <p:nvSpPr>
            <p:cNvPr id="36" name="diagram:venn:text.default:svg-7"/>
            <p:cNvSpPr txBox="1"/>
            <p:nvPr/>
          </p:nvSpPr>
          <p:spPr>
            <a:xfrm>
              <a:off x="7234353" y="5189311"/>
              <a:ext cx="186511" cy="27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Engineering</a:t>
              </a:r>
            </a:p>
          </p:txBody>
        </p:sp>
        <p:sp>
          <p:nvSpPr>
            <p:cNvPr id="37" name="diagram:venn:text.default:svg-10"/>
            <p:cNvSpPr txBox="1"/>
            <p:nvPr/>
          </p:nvSpPr>
          <p:spPr>
            <a:xfrm>
              <a:off x="7461199" y="1978025"/>
              <a:ext cx="169555" cy="27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ishikawa:text.default:svg-5"/>
            <p:cNvSpPr txBox="1"/>
            <p:nvPr/>
          </p:nvSpPr>
          <p:spPr>
            <a:xfrm>
              <a:off x="7780058" y="4051354"/>
              <a:ext cx="115363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01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Delayed release</a:t>
              </a:r>
            </a:p>
          </p:txBody>
        </p:sp>
        <p:sp>
          <p:nvSpPr>
            <p:cNvPr id="18" name="diagram:ishikawa:text.default:svg-10"/>
            <p:cNvSpPr txBox="1"/>
            <p:nvPr/>
          </p:nvSpPr>
          <p:spPr>
            <a:xfrm>
              <a:off x="6816587" y="1048101"/>
              <a:ext cx="53836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19" name="diagram:ishikawa:text.default:svg-13"/>
            <p:cNvSpPr txBox="1"/>
            <p:nvPr/>
          </p:nvSpPr>
          <p:spPr>
            <a:xfrm>
              <a:off x="6771886" y="3136168"/>
              <a:ext cx="99981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Unclear scope</a:t>
              </a:r>
            </a:p>
          </p:txBody>
        </p:sp>
        <p:sp>
          <p:nvSpPr>
            <p:cNvPr id="20" name="diagram:ishikawa:text.default:svg-16"/>
            <p:cNvSpPr txBox="1"/>
            <p:nvPr/>
          </p:nvSpPr>
          <p:spPr>
            <a:xfrm>
              <a:off x="6640569" y="2147069"/>
              <a:ext cx="84599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Late review</a:t>
              </a:r>
            </a:p>
          </p:txBody>
        </p:sp>
        <p:sp>
          <p:nvSpPr>
            <p:cNvPr id="21" name="diagram:ishikawa:text.default:svg-20"/>
            <p:cNvSpPr txBox="1"/>
            <p:nvPr/>
          </p:nvSpPr>
          <p:spPr>
            <a:xfrm>
              <a:off x="6944060" y="6213333"/>
              <a:ext cx="76909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Technology</a:t>
              </a:r>
            </a:p>
          </p:txBody>
        </p:sp>
        <p:sp>
          <p:nvSpPr>
            <p:cNvPr id="22" name="diagram:ishikawa:text.default:svg-23"/>
            <p:cNvSpPr txBox="1"/>
            <p:nvPr/>
          </p:nvSpPr>
          <p:spPr>
            <a:xfrm>
              <a:off x="6829759" y="4784665"/>
              <a:ext cx="76909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Slow build</a:t>
              </a:r>
            </a:p>
          </p:txBody>
        </p:sp>
        <p:sp>
          <p:nvSpPr>
            <p:cNvPr id="23" name="diagram:ishikawa:text.default:svg-26"/>
            <p:cNvSpPr txBox="1"/>
            <p:nvPr/>
          </p:nvSpPr>
          <p:spPr>
            <a:xfrm>
              <a:off x="6733241" y="5444064"/>
              <a:ext cx="84599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Flaky tests</a:t>
              </a:r>
            </a:p>
          </p:txBody>
        </p:sp>
        <p:sp>
          <p:nvSpPr>
            <p:cNvPr id="24" name="diagram:ishikawa:text.default:svg-31"/>
            <p:cNvSpPr txBox="1"/>
            <p:nvPr/>
          </p:nvSpPr>
          <p:spPr>
            <a:xfrm>
              <a:off x="5249836" y="1048101"/>
              <a:ext cx="46145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People</a:t>
              </a:r>
            </a:p>
          </p:txBody>
        </p:sp>
        <p:sp>
          <p:nvSpPr>
            <p:cNvPr id="25" name="diagram:ishikawa:text.default:svg-34"/>
            <p:cNvSpPr txBox="1"/>
            <p:nvPr/>
          </p:nvSpPr>
          <p:spPr>
            <a:xfrm>
              <a:off x="5127940" y="2641619"/>
              <a:ext cx="107672" cy="12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43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2048255" y="932688"/>
            <a:ext cx="8092440" cy="5394960"/>
            <a:chOff x="2048255" y="932688"/>
            <a:chExt cx="8092440" cy="5394960"/>
          </a:xfrm>
        </p:grpSpPr>
        <p:cxnSp>
          <p:nvCxnSpPr>
            <p:cNvPr id="4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wardley:text.default:svg-2"/>
            <p:cNvSpPr txBox="1"/>
            <p:nvPr/>
          </p:nvSpPr>
          <p:spPr>
            <a:xfrm>
              <a:off x="6047742" y="1140839"/>
              <a:ext cx="93467" cy="10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sp>
          <p:nvSpPr>
            <p:cNvPr id="19" name="diagram:wardley:text.default:svg-6"/>
            <p:cNvSpPr txBox="1"/>
            <p:nvPr/>
          </p:nvSpPr>
          <p:spPr>
            <a:xfrm>
              <a:off x="6067770" y="6212465"/>
              <a:ext cx="53410" cy="9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20" name="diagram:wardley:text.default:svg-7"/>
            <p:cNvSpPr txBox="1"/>
            <p:nvPr/>
          </p:nvSpPr>
          <p:spPr>
            <a:xfrm>
              <a:off x="2184838" y="3600495"/>
              <a:ext cx="9710" cy="593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21" name="diagram:wardley:text.default:svg-9"/>
            <p:cNvSpPr txBox="1"/>
            <p:nvPr/>
          </p:nvSpPr>
          <p:spPr>
            <a:xfrm>
              <a:off x="3366199" y="6033847"/>
              <a:ext cx="34617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sp>
          <p:nvSpPr>
            <p:cNvPr id="22" name="diagram:wardley:text.default:svg-11"/>
            <p:cNvSpPr txBox="1"/>
            <p:nvPr/>
          </p:nvSpPr>
          <p:spPr>
            <a:xfrm>
              <a:off x="5161147" y="6033847"/>
              <a:ext cx="59344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sp>
          <p:nvSpPr>
            <p:cNvPr id="23" name="diagram:wardley:text.default:svg-13"/>
            <p:cNvSpPr txBox="1"/>
            <p:nvPr/>
          </p:nvSpPr>
          <p:spPr>
            <a:xfrm>
              <a:off x="6980822" y="6033847"/>
              <a:ext cx="34617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sp>
          <p:nvSpPr>
            <p:cNvPr id="24" name="diagram:wardley:text.default:svg-15"/>
            <p:cNvSpPr txBox="1"/>
            <p:nvPr/>
          </p:nvSpPr>
          <p:spPr>
            <a:xfrm>
              <a:off x="8783189" y="6033847"/>
              <a:ext cx="44508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sp>
          <p:nvSpPr>
            <p:cNvPr id="25" name="diagram:wardley:text.default:svg-24"/>
            <p:cNvSpPr txBox="1"/>
            <p:nvPr/>
          </p:nvSpPr>
          <p:spPr>
            <a:xfrm>
              <a:off x="6446047" y="1557828"/>
              <a:ext cx="19781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6" name="diagram:wardley:text.default:svg-27"/>
            <p:cNvSpPr txBox="1"/>
            <p:nvPr/>
          </p:nvSpPr>
          <p:spPr>
            <a:xfrm>
              <a:off x="6503144" y="2192635"/>
              <a:ext cx="49453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7" name="diagram:wardley:text.default:svg-30"/>
            <p:cNvSpPr txBox="1"/>
            <p:nvPr/>
          </p:nvSpPr>
          <p:spPr>
            <a:xfrm>
              <a:off x="6520453" y="3008353"/>
              <a:ext cx="14836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8" name="diagram:wardley:text.default:svg-33"/>
            <p:cNvSpPr txBox="1"/>
            <p:nvPr/>
          </p:nvSpPr>
          <p:spPr>
            <a:xfrm>
              <a:off x="6508089" y="3914707"/>
              <a:ext cx="39563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10562" y="4821060"/>
              <a:ext cx="34617" cy="80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20664" y="932687"/>
            <a:ext cx="6947623" cy="5394961"/>
            <a:chOff x="2620664" y="932687"/>
            <a:chExt cx="6947623" cy="5394961"/>
          </a:xfrm>
        </p:grpSpPr>
        <p:cxnSp>
          <p:nvCxnSpPr>
            <p:cNvPr id="4" name="diagram:cynefin:edge.default:svg-8:0"/>
            <p:cNvCxnSpPr/>
            <p:nvPr/>
          </p:nvCxnSpPr>
          <p:spPr>
            <a:xfrm>
              <a:off x="6136660" y="1116930"/>
              <a:ext cx="11352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ynefin:edge.default:svg-8:1"/>
            <p:cNvCxnSpPr/>
            <p:nvPr/>
          </p:nvCxnSpPr>
          <p:spPr>
            <a:xfrm flipH="1">
              <a:off x="6034308" y="1337920"/>
              <a:ext cx="113704" cy="3024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ynefin:edge.default:svg-8:2"/>
            <p:cNvCxnSpPr/>
            <p:nvPr/>
          </p:nvCxnSpPr>
          <p:spPr>
            <a:xfrm>
              <a:off x="6034308" y="1640328"/>
              <a:ext cx="11351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cynefin:edge.default:svg-8:3"/>
            <p:cNvCxnSpPr/>
            <p:nvPr/>
          </p:nvCxnSpPr>
          <p:spPr>
            <a:xfrm>
              <a:off x="6045659" y="1861318"/>
              <a:ext cx="1647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cynefin:edge.default:svg-8:4"/>
            <p:cNvCxnSpPr/>
            <p:nvPr/>
          </p:nvCxnSpPr>
          <p:spPr>
            <a:xfrm>
              <a:off x="6047306" y="2082308"/>
              <a:ext cx="52614" cy="3024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5"/>
            <p:cNvCxnSpPr/>
            <p:nvPr/>
          </p:nvCxnSpPr>
          <p:spPr>
            <a:xfrm>
              <a:off x="6099920" y="2384716"/>
              <a:ext cx="1647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6"/>
            <p:cNvCxnSpPr/>
            <p:nvPr/>
          </p:nvCxnSpPr>
          <p:spPr>
            <a:xfrm>
              <a:off x="6101567" y="2605706"/>
              <a:ext cx="24207" cy="220991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7"/>
            <p:cNvCxnSpPr/>
            <p:nvPr/>
          </p:nvCxnSpPr>
          <p:spPr>
            <a:xfrm flipH="1">
              <a:off x="6092532" y="2826697"/>
              <a:ext cx="33242" cy="30240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8"/>
            <p:cNvCxnSpPr/>
            <p:nvPr/>
          </p:nvCxnSpPr>
          <p:spPr>
            <a:xfrm>
              <a:off x="6092532" y="3129104"/>
              <a:ext cx="24207" cy="220991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9"/>
            <p:cNvCxnSpPr/>
            <p:nvPr/>
          </p:nvCxnSpPr>
          <p:spPr>
            <a:xfrm flipH="1">
              <a:off x="6084586" y="3350095"/>
              <a:ext cx="32153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10"/>
            <p:cNvCxnSpPr/>
            <p:nvPr/>
          </p:nvCxnSpPr>
          <p:spPr>
            <a:xfrm flipH="1">
              <a:off x="6073818" y="3571085"/>
              <a:ext cx="10768" cy="3024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11"/>
            <p:cNvCxnSpPr/>
            <p:nvPr/>
          </p:nvCxnSpPr>
          <p:spPr>
            <a:xfrm flipH="1">
              <a:off x="6041665" y="3873493"/>
              <a:ext cx="32153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12"/>
            <p:cNvCxnSpPr/>
            <p:nvPr/>
          </p:nvCxnSpPr>
          <p:spPr>
            <a:xfrm>
              <a:off x="6041665" y="4094483"/>
              <a:ext cx="37298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13"/>
            <p:cNvCxnSpPr/>
            <p:nvPr/>
          </p:nvCxnSpPr>
          <p:spPr>
            <a:xfrm flipH="1">
              <a:off x="6066804" y="4315473"/>
              <a:ext cx="12159" cy="3024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4"/>
            <p:cNvCxnSpPr/>
            <p:nvPr/>
          </p:nvCxnSpPr>
          <p:spPr>
            <a:xfrm>
              <a:off x="6066804" y="4617881"/>
              <a:ext cx="37298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5"/>
            <p:cNvCxnSpPr/>
            <p:nvPr/>
          </p:nvCxnSpPr>
          <p:spPr>
            <a:xfrm flipH="1">
              <a:off x="6088994" y="4838871"/>
              <a:ext cx="15108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6"/>
            <p:cNvCxnSpPr/>
            <p:nvPr/>
          </p:nvCxnSpPr>
          <p:spPr>
            <a:xfrm>
              <a:off x="6088994" y="5059861"/>
              <a:ext cx="11752" cy="3024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7"/>
            <p:cNvCxnSpPr/>
            <p:nvPr/>
          </p:nvCxnSpPr>
          <p:spPr>
            <a:xfrm flipH="1">
              <a:off x="6085638" y="5362269"/>
              <a:ext cx="15108" cy="22099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8"/>
            <p:cNvCxnSpPr/>
            <p:nvPr/>
          </p:nvCxnSpPr>
          <p:spPr>
            <a:xfrm>
              <a:off x="6085638" y="5583259"/>
              <a:ext cx="36048" cy="220991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9"/>
            <p:cNvCxnSpPr/>
            <p:nvPr/>
          </p:nvCxnSpPr>
          <p:spPr>
            <a:xfrm flipH="1">
              <a:off x="6106420" y="5804250"/>
              <a:ext cx="15266" cy="30240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20"/>
            <p:cNvCxnSpPr/>
            <p:nvPr/>
          </p:nvCxnSpPr>
          <p:spPr>
            <a:xfrm>
              <a:off x="6106420" y="6106657"/>
              <a:ext cx="36048" cy="220991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9:0"/>
            <p:cNvCxnSpPr/>
            <p:nvPr/>
          </p:nvCxnSpPr>
          <p:spPr>
            <a:xfrm>
              <a:off x="2620664" y="3749633"/>
              <a:ext cx="294653" cy="14066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9:1"/>
            <p:cNvCxnSpPr/>
            <p:nvPr/>
          </p:nvCxnSpPr>
          <p:spPr>
            <a:xfrm flipV="1">
              <a:off x="2915317" y="3638760"/>
              <a:ext cx="403211" cy="124939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9:2"/>
            <p:cNvCxnSpPr/>
            <p:nvPr/>
          </p:nvCxnSpPr>
          <p:spPr>
            <a:xfrm>
              <a:off x="3318528" y="3638760"/>
              <a:ext cx="294653" cy="1406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9:3"/>
            <p:cNvCxnSpPr/>
            <p:nvPr/>
          </p:nvCxnSpPr>
          <p:spPr>
            <a:xfrm>
              <a:off x="3613181" y="3652827"/>
              <a:ext cx="294654" cy="350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4"/>
            <p:cNvCxnSpPr/>
            <p:nvPr/>
          </p:nvCxnSpPr>
          <p:spPr>
            <a:xfrm>
              <a:off x="3907835" y="3656334"/>
              <a:ext cx="403210" cy="1319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5"/>
            <p:cNvCxnSpPr/>
            <p:nvPr/>
          </p:nvCxnSpPr>
          <p:spPr>
            <a:xfrm>
              <a:off x="4311045" y="3788242"/>
              <a:ext cx="294654" cy="350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6"/>
            <p:cNvCxnSpPr/>
            <p:nvPr/>
          </p:nvCxnSpPr>
          <p:spPr>
            <a:xfrm flipV="1">
              <a:off x="4605699" y="3776442"/>
              <a:ext cx="294654" cy="1530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7"/>
            <p:cNvCxnSpPr/>
            <p:nvPr/>
          </p:nvCxnSpPr>
          <p:spPr>
            <a:xfrm flipV="1">
              <a:off x="4900353" y="3705945"/>
              <a:ext cx="403210" cy="7049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8"/>
            <p:cNvCxnSpPr/>
            <p:nvPr/>
          </p:nvCxnSpPr>
          <p:spPr>
            <a:xfrm flipV="1">
              <a:off x="5303563" y="3690637"/>
              <a:ext cx="294654" cy="1530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9"/>
            <p:cNvCxnSpPr/>
            <p:nvPr/>
          </p:nvCxnSpPr>
          <p:spPr>
            <a:xfrm flipV="1">
              <a:off x="5598217" y="3690571"/>
              <a:ext cx="294653" cy="66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10"/>
            <p:cNvCxnSpPr/>
            <p:nvPr/>
          </p:nvCxnSpPr>
          <p:spPr>
            <a:xfrm>
              <a:off x="5892870" y="3690571"/>
              <a:ext cx="403211" cy="81720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11"/>
            <p:cNvCxnSpPr/>
            <p:nvPr/>
          </p:nvCxnSpPr>
          <p:spPr>
            <a:xfrm flipV="1">
              <a:off x="6296081" y="3772224"/>
              <a:ext cx="294653" cy="67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12"/>
            <p:cNvCxnSpPr/>
            <p:nvPr/>
          </p:nvCxnSpPr>
          <p:spPr>
            <a:xfrm flipV="1">
              <a:off x="6590734" y="3764936"/>
              <a:ext cx="294654" cy="728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13"/>
            <p:cNvCxnSpPr/>
            <p:nvPr/>
          </p:nvCxnSpPr>
          <p:spPr>
            <a:xfrm flipV="1">
              <a:off x="6885388" y="3673305"/>
              <a:ext cx="403210" cy="91631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4"/>
            <p:cNvCxnSpPr/>
            <p:nvPr/>
          </p:nvCxnSpPr>
          <p:spPr>
            <a:xfrm flipV="1">
              <a:off x="7288598" y="3666017"/>
              <a:ext cx="294654" cy="728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5"/>
            <p:cNvCxnSpPr/>
            <p:nvPr/>
          </p:nvCxnSpPr>
          <p:spPr>
            <a:xfrm flipV="1">
              <a:off x="7583252" y="3657542"/>
              <a:ext cx="294654" cy="8475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6"/>
            <p:cNvCxnSpPr/>
            <p:nvPr/>
          </p:nvCxnSpPr>
          <p:spPr>
            <a:xfrm>
              <a:off x="7877906" y="3657542"/>
              <a:ext cx="403210" cy="128899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7"/>
            <p:cNvCxnSpPr/>
            <p:nvPr/>
          </p:nvCxnSpPr>
          <p:spPr>
            <a:xfrm flipV="1">
              <a:off x="8281116" y="3777966"/>
              <a:ext cx="294654" cy="8475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8"/>
            <p:cNvCxnSpPr/>
            <p:nvPr/>
          </p:nvCxnSpPr>
          <p:spPr>
            <a:xfrm flipV="1">
              <a:off x="8575770" y="3776978"/>
              <a:ext cx="294653" cy="98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9"/>
            <p:cNvCxnSpPr/>
            <p:nvPr/>
          </p:nvCxnSpPr>
          <p:spPr>
            <a:xfrm flipV="1">
              <a:off x="8870423" y="3711209"/>
              <a:ext cx="403211" cy="65769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20"/>
            <p:cNvCxnSpPr/>
            <p:nvPr/>
          </p:nvCxnSpPr>
          <p:spPr>
            <a:xfrm flipV="1">
              <a:off x="9273634" y="3710221"/>
              <a:ext cx="294653" cy="988"/>
            </a:xfrm>
            <a:prstGeom prst="line">
              <a:avLst/>
            </a:prstGeom>
            <a:ln w="17369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10:0"/>
            <p:cNvCxnSpPr/>
            <p:nvPr/>
          </p:nvCxnSpPr>
          <p:spPr>
            <a:xfrm>
              <a:off x="6094476" y="3722289"/>
              <a:ext cx="45593" cy="451867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10:1"/>
            <p:cNvCxnSpPr/>
            <p:nvPr/>
          </p:nvCxnSpPr>
          <p:spPr>
            <a:xfrm flipH="1">
              <a:off x="6068422" y="4174156"/>
              <a:ext cx="71647" cy="525142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10:2"/>
            <p:cNvCxnSpPr/>
            <p:nvPr/>
          </p:nvCxnSpPr>
          <p:spPr>
            <a:xfrm flipH="1">
              <a:off x="6035855" y="4699298"/>
              <a:ext cx="32567" cy="525143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10:3"/>
            <p:cNvCxnSpPr/>
            <p:nvPr/>
          </p:nvCxnSpPr>
          <p:spPr>
            <a:xfrm>
              <a:off x="6035855" y="5224441"/>
              <a:ext cx="162835" cy="451867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4"/>
            <p:cNvCxnSpPr/>
            <p:nvPr/>
          </p:nvCxnSpPr>
          <p:spPr>
            <a:xfrm flipH="1">
              <a:off x="6059303" y="5676308"/>
              <a:ext cx="139387" cy="193366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5"/>
            <p:cNvCxnSpPr/>
            <p:nvPr/>
          </p:nvCxnSpPr>
          <p:spPr>
            <a:xfrm flipH="1">
              <a:off x="6052790" y="5869674"/>
              <a:ext cx="6513" cy="181154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6"/>
            <p:cNvCxnSpPr/>
            <p:nvPr/>
          </p:nvCxnSpPr>
          <p:spPr>
            <a:xfrm>
              <a:off x="6052790" y="6050828"/>
              <a:ext cx="40383" cy="156729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7"/>
            <p:cNvCxnSpPr/>
            <p:nvPr/>
          </p:nvCxnSpPr>
          <p:spPr>
            <a:xfrm>
              <a:off x="6093173" y="6207557"/>
              <a:ext cx="1303" cy="120091"/>
            </a:xfrm>
            <a:prstGeom prst="line">
              <a:avLst/>
            </a:prstGeom>
            <a:ln w="34738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diagram:cynefin:node.default:svg-3"/>
            <p:cNvSpPr/>
            <p:nvPr/>
          </p:nvSpPr>
          <p:spPr>
            <a:xfrm>
              <a:off x="2620664" y="1116930"/>
              <a:ext cx="3473811" cy="2605358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diagram:cynefin:node.default:svg-4"/>
            <p:cNvSpPr/>
            <p:nvPr/>
          </p:nvSpPr>
          <p:spPr>
            <a:xfrm>
              <a:off x="6094476" y="1116930"/>
              <a:ext cx="3473811" cy="2605358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diagram:cynefin:node.default:svg-5"/>
            <p:cNvSpPr/>
            <p:nvPr/>
          </p:nvSpPr>
          <p:spPr>
            <a:xfrm>
              <a:off x="2620664" y="3722289"/>
              <a:ext cx="3473811" cy="2605358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diagram:cynefin:node.default:svg-6"/>
            <p:cNvSpPr/>
            <p:nvPr/>
          </p:nvSpPr>
          <p:spPr>
            <a:xfrm>
              <a:off x="6094476" y="3722289"/>
              <a:ext cx="3473811" cy="2605358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diagram:cynefin:node.default:svg-11"/>
            <p:cNvSpPr/>
            <p:nvPr/>
          </p:nvSpPr>
          <p:spPr>
            <a:xfrm>
              <a:off x="5052332" y="2940681"/>
              <a:ext cx="2084287" cy="1563215"/>
            </a:xfrm>
            <a:custGeom>
              <a:avLst/>
              <a:gdLst/>
              <a:ahLst/>
              <a:cxnLst/>
              <a:rect l="l" t="t" r="r" b="b"/>
              <a:pathLst>
                <a:path w="2084287" h="1563215">
                  <a:moveTo>
                    <a:pt x="0" y="781608"/>
                  </a:moveTo>
                  <a:lnTo>
                    <a:pt x="35510" y="579313"/>
                  </a:lnTo>
                  <a:lnTo>
                    <a:pt x="139621" y="390804"/>
                  </a:lnTo>
                  <a:lnTo>
                    <a:pt x="305237" y="228928"/>
                  </a:lnTo>
                  <a:lnTo>
                    <a:pt x="521072" y="104716"/>
                  </a:lnTo>
                  <a:lnTo>
                    <a:pt x="772417" y="26633"/>
                  </a:lnTo>
                  <a:lnTo>
                    <a:pt x="1042144" y="0"/>
                  </a:lnTo>
                  <a:lnTo>
                    <a:pt x="1311870" y="26633"/>
                  </a:lnTo>
                  <a:lnTo>
                    <a:pt x="1563215" y="104716"/>
                  </a:lnTo>
                  <a:lnTo>
                    <a:pt x="1779050" y="228928"/>
                  </a:lnTo>
                  <a:lnTo>
                    <a:pt x="1944666" y="390804"/>
                  </a:lnTo>
                  <a:lnTo>
                    <a:pt x="2048777" y="579313"/>
                  </a:lnTo>
                  <a:lnTo>
                    <a:pt x="2084287" y="781608"/>
                  </a:lnTo>
                  <a:lnTo>
                    <a:pt x="2048777" y="983903"/>
                  </a:lnTo>
                  <a:lnTo>
                    <a:pt x="1944666" y="1172411"/>
                  </a:lnTo>
                  <a:lnTo>
                    <a:pt x="1779050" y="1334288"/>
                  </a:lnTo>
                  <a:lnTo>
                    <a:pt x="1563215" y="1458500"/>
                  </a:lnTo>
                  <a:lnTo>
                    <a:pt x="1311870" y="1536583"/>
                  </a:lnTo>
                  <a:lnTo>
                    <a:pt x="1042144" y="1563215"/>
                  </a:lnTo>
                  <a:lnTo>
                    <a:pt x="772417" y="1536583"/>
                  </a:lnTo>
                  <a:lnTo>
                    <a:pt x="521072" y="1458500"/>
                  </a:lnTo>
                  <a:lnTo>
                    <a:pt x="305237" y="1334288"/>
                  </a:lnTo>
                  <a:lnTo>
                    <a:pt x="139621" y="1172411"/>
                  </a:lnTo>
                  <a:lnTo>
                    <a:pt x="35510" y="983903"/>
                  </a:lnTo>
                  <a:lnTo>
                    <a:pt x="0" y="781608"/>
                  </a:lnTo>
                  <a:lnTo>
                    <a:pt x="0" y="781608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3026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node.default:svg-30"/>
            <p:cNvSpPr/>
            <p:nvPr/>
          </p:nvSpPr>
          <p:spPr>
            <a:xfrm>
              <a:off x="3955665" y="2636722"/>
              <a:ext cx="803809" cy="225797"/>
            </a:xfrm>
            <a:prstGeom prst="roundRect">
              <a:avLst/>
            </a:prstGeom>
            <a:solidFill>
              <a:srgbClr val="E8F5E9">
                <a:alpha val="94902"/>
              </a:srgbClr>
            </a:solidFill>
            <a:ln w="868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diagram:cynefin:node.default:svg-33"/>
            <p:cNvSpPr/>
            <p:nvPr/>
          </p:nvSpPr>
          <p:spPr>
            <a:xfrm>
              <a:off x="7274270" y="2636722"/>
              <a:ext cx="1114223" cy="225797"/>
            </a:xfrm>
            <a:prstGeom prst="roundRect">
              <a:avLst/>
            </a:prstGeom>
            <a:solidFill>
              <a:srgbClr val="E3F2FD">
                <a:alpha val="94902"/>
              </a:srgbClr>
            </a:solidFill>
            <a:ln w="868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diagram:cynefin:node.default:svg-36"/>
            <p:cNvSpPr/>
            <p:nvPr/>
          </p:nvSpPr>
          <p:spPr>
            <a:xfrm>
              <a:off x="3927182" y="5242081"/>
              <a:ext cx="860774" cy="225797"/>
            </a:xfrm>
            <a:prstGeom prst="roundRect">
              <a:avLst/>
            </a:prstGeom>
            <a:solidFill>
              <a:srgbClr val="FBE9E7">
                <a:alpha val="94902"/>
              </a:srgbClr>
            </a:solidFill>
            <a:ln w="868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diagram:cynefin:node.default:svg-39"/>
            <p:cNvSpPr/>
            <p:nvPr/>
          </p:nvSpPr>
          <p:spPr>
            <a:xfrm>
              <a:off x="7179379" y="5242081"/>
              <a:ext cx="1304005" cy="225797"/>
            </a:xfrm>
            <a:prstGeom prst="roundRect">
              <a:avLst/>
            </a:prstGeom>
            <a:solidFill>
              <a:srgbClr val="FFF8E1">
                <a:alpha val="94902"/>
              </a:srgbClr>
            </a:solidFill>
            <a:ln w="868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diagram:cynefin:node.default:svg-42"/>
            <p:cNvSpPr/>
            <p:nvPr/>
          </p:nvSpPr>
          <p:spPr>
            <a:xfrm>
              <a:off x="5524113" y="3913348"/>
              <a:ext cx="1140725" cy="225797"/>
            </a:xfrm>
            <a:prstGeom prst="roundRect">
              <a:avLst/>
            </a:prstGeom>
            <a:solidFill>
              <a:srgbClr val="F3E5F5">
                <a:alpha val="94902"/>
              </a:srgbClr>
            </a:solidFill>
            <a:ln w="868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diagram:cynefin:text.default:svg-13"/>
            <p:cNvSpPr txBox="1"/>
            <p:nvPr/>
          </p:nvSpPr>
          <p:spPr>
            <a:xfrm>
              <a:off x="4330821" y="2149694"/>
              <a:ext cx="53496" cy="1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Complex</a:t>
              </a:r>
            </a:p>
          </p:txBody>
        </p:sp>
        <p:sp>
          <p:nvSpPr>
            <p:cNvPr id="65" name="diagram:cynefin:text.default:svg-14"/>
            <p:cNvSpPr txBox="1"/>
            <p:nvPr/>
          </p:nvSpPr>
          <p:spPr>
            <a:xfrm>
              <a:off x="7789348" y="2149694"/>
              <a:ext cx="84066" cy="1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Complicated</a:t>
              </a:r>
            </a:p>
          </p:txBody>
        </p:sp>
        <p:sp>
          <p:nvSpPr>
            <p:cNvPr id="66" name="diagram:cynefin:text.default:svg-15"/>
            <p:cNvSpPr txBox="1"/>
            <p:nvPr/>
          </p:nvSpPr>
          <p:spPr>
            <a:xfrm>
              <a:off x="4330821" y="4755053"/>
              <a:ext cx="53496" cy="1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Chaotic</a:t>
              </a:r>
            </a:p>
          </p:txBody>
        </p:sp>
        <p:sp>
          <p:nvSpPr>
            <p:cNvPr id="67" name="diagram:cynefin:text.default:svg-16"/>
            <p:cNvSpPr txBox="1"/>
            <p:nvPr/>
          </p:nvSpPr>
          <p:spPr>
            <a:xfrm>
              <a:off x="7812275" y="4755053"/>
              <a:ext cx="38211" cy="1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Clear</a:t>
              </a:r>
            </a:p>
          </p:txBody>
        </p:sp>
        <p:sp>
          <p:nvSpPr>
            <p:cNvPr id="68" name="diagram:cynefin:text.default:svg-17"/>
            <p:cNvSpPr txBox="1"/>
            <p:nvPr/>
          </p:nvSpPr>
          <p:spPr>
            <a:xfrm>
              <a:off x="6060085" y="3626064"/>
              <a:ext cx="68781" cy="12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09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Confusion</a:t>
              </a:r>
            </a:p>
          </p:txBody>
        </p:sp>
        <p:sp>
          <p:nvSpPr>
            <p:cNvPr id="69" name="diagram:cynefin:text.default:svg-19"/>
            <p:cNvSpPr txBox="1"/>
            <p:nvPr/>
          </p:nvSpPr>
          <p:spPr>
            <a:xfrm>
              <a:off x="4297147" y="2326316"/>
              <a:ext cx="120845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Probe → Sense → Respond</a:t>
              </a:r>
            </a:p>
          </p:txBody>
        </p:sp>
        <p:sp>
          <p:nvSpPr>
            <p:cNvPr id="70" name="diagram:cynefin:text.default:svg-20"/>
            <p:cNvSpPr txBox="1"/>
            <p:nvPr/>
          </p:nvSpPr>
          <p:spPr>
            <a:xfrm>
              <a:off x="4310282" y="2456584"/>
              <a:ext cx="94574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Emergent Practices</a:t>
              </a:r>
            </a:p>
          </p:txBody>
        </p:sp>
        <p:sp>
          <p:nvSpPr>
            <p:cNvPr id="71" name="diagram:cynefin:text.default:svg-21"/>
            <p:cNvSpPr txBox="1"/>
            <p:nvPr/>
          </p:nvSpPr>
          <p:spPr>
            <a:xfrm>
              <a:off x="7765705" y="2326316"/>
              <a:ext cx="131353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Sense → Analyse → Respond</a:t>
              </a:r>
            </a:p>
          </p:txBody>
        </p:sp>
        <p:sp>
          <p:nvSpPr>
            <p:cNvPr id="72" name="diagram:cynefin:text.default:svg-22"/>
            <p:cNvSpPr txBox="1"/>
            <p:nvPr/>
          </p:nvSpPr>
          <p:spPr>
            <a:xfrm>
              <a:off x="7794602" y="2456584"/>
              <a:ext cx="73557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Good Practices</a:t>
              </a:r>
            </a:p>
          </p:txBody>
        </p:sp>
        <p:sp>
          <p:nvSpPr>
            <p:cNvPr id="73" name="diagram:cynefin:text.default:svg-23"/>
            <p:cNvSpPr txBox="1"/>
            <p:nvPr/>
          </p:nvSpPr>
          <p:spPr>
            <a:xfrm>
              <a:off x="4302401" y="4931675"/>
              <a:ext cx="110336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Act → Sense → Respond</a:t>
              </a:r>
            </a:p>
          </p:txBody>
        </p:sp>
        <p:sp>
          <p:nvSpPr>
            <p:cNvPr id="74" name="diagram:cynefin:text.default:svg-24"/>
            <p:cNvSpPr txBox="1"/>
            <p:nvPr/>
          </p:nvSpPr>
          <p:spPr>
            <a:xfrm>
              <a:off x="4318164" y="5061942"/>
              <a:ext cx="78812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Novel Practices</a:t>
              </a:r>
            </a:p>
          </p:txBody>
        </p:sp>
        <p:sp>
          <p:nvSpPr>
            <p:cNvPr id="75" name="diagram:cynefin:text.default:svg-25"/>
            <p:cNvSpPr txBox="1"/>
            <p:nvPr/>
          </p:nvSpPr>
          <p:spPr>
            <a:xfrm>
              <a:off x="7757823" y="4931675"/>
              <a:ext cx="147115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Sense → Categorise → Respond</a:t>
              </a:r>
            </a:p>
          </p:txBody>
        </p:sp>
        <p:sp>
          <p:nvSpPr>
            <p:cNvPr id="76" name="diagram:cynefin:text.default:svg-26"/>
            <p:cNvSpPr txBox="1"/>
            <p:nvPr/>
          </p:nvSpPr>
          <p:spPr>
            <a:xfrm>
              <a:off x="7794602" y="5061942"/>
              <a:ext cx="73557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Best Practices</a:t>
              </a:r>
            </a:p>
          </p:txBody>
        </p:sp>
        <p:sp>
          <p:nvSpPr>
            <p:cNvPr id="77" name="diagram:cynefin:text.default:svg-27"/>
            <p:cNvSpPr txBox="1"/>
            <p:nvPr/>
          </p:nvSpPr>
          <p:spPr>
            <a:xfrm>
              <a:off x="6073459" y="3785317"/>
              <a:ext cx="42033" cy="85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Disorder</a:t>
              </a:r>
            </a:p>
          </p:txBody>
        </p:sp>
        <p:sp>
          <p:nvSpPr>
            <p:cNvPr id="78" name="diagram:cynefin:text.default:svg-31"/>
            <p:cNvSpPr txBox="1"/>
            <p:nvPr/>
          </p:nvSpPr>
          <p:spPr>
            <a:xfrm>
              <a:off x="4328911" y="2742587"/>
              <a:ext cx="57317" cy="93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New market</a:t>
              </a:r>
            </a:p>
          </p:txBody>
        </p:sp>
        <p:sp>
          <p:nvSpPr>
            <p:cNvPr id="79" name="diagram:cynefin:text.default:svg-34"/>
            <p:cNvSpPr txBox="1"/>
            <p:nvPr/>
          </p:nvSpPr>
          <p:spPr>
            <a:xfrm>
              <a:off x="7782661" y="2742587"/>
              <a:ext cx="97440" cy="93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Capacity planning</a:t>
              </a:r>
            </a:p>
          </p:txBody>
        </p:sp>
        <p:sp>
          <p:nvSpPr>
            <p:cNvPr id="80" name="diagram:cynefin:text.default:svg-37"/>
            <p:cNvSpPr txBox="1"/>
            <p:nvPr/>
          </p:nvSpPr>
          <p:spPr>
            <a:xfrm>
              <a:off x="4323179" y="5347946"/>
              <a:ext cx="68781" cy="93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Major outage</a:t>
              </a:r>
            </a:p>
          </p:txBody>
        </p:sp>
        <p:sp>
          <p:nvSpPr>
            <p:cNvPr id="81" name="diagram:cynefin:text.default:svg-40"/>
            <p:cNvSpPr txBox="1"/>
            <p:nvPr/>
          </p:nvSpPr>
          <p:spPr>
            <a:xfrm>
              <a:off x="7776929" y="5347946"/>
              <a:ext cx="108904" cy="93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Standard deployment</a:t>
              </a:r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6040023" y="4019213"/>
              <a:ext cx="108904" cy="93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6017096" y="932687"/>
              <a:ext cx="154758" cy="140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3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5371082" y="932688"/>
            <a:ext cx="1446786" cy="5394960"/>
            <a:chOff x="5371082" y="932688"/>
            <a:chExt cx="1446786" cy="5394960"/>
          </a:xfrm>
        </p:grpSpPr>
        <p:cxnSp>
          <p:nvCxnSpPr>
            <p:cNvPr id="4" name="diagram:treeview:edge.default:svg-4:0"/>
            <p:cNvCxnSpPr/>
            <p:nvPr/>
          </p:nvCxnSpPr>
          <p:spPr>
            <a:xfrm>
              <a:off x="5371082" y="957632"/>
              <a:ext cx="230969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treeview:edge.default:svg-7:0"/>
            <p:cNvCxnSpPr/>
            <p:nvPr/>
          </p:nvCxnSpPr>
          <p:spPr>
            <a:xfrm>
              <a:off x="5717535" y="1627440"/>
              <a:ext cx="230968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treeview:edge.default:svg-10:0"/>
            <p:cNvCxnSpPr/>
            <p:nvPr/>
          </p:nvCxnSpPr>
          <p:spPr>
            <a:xfrm>
              <a:off x="6063988" y="2297249"/>
              <a:ext cx="230968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treeview:edge.default:svg-13:0"/>
            <p:cNvCxnSpPr/>
            <p:nvPr/>
          </p:nvCxnSpPr>
          <p:spPr>
            <a:xfrm>
              <a:off x="6410440" y="2967057"/>
              <a:ext cx="230969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treeview:edge.default:svg-16:0"/>
            <p:cNvCxnSpPr/>
            <p:nvPr/>
          </p:nvCxnSpPr>
          <p:spPr>
            <a:xfrm>
              <a:off x="6410440" y="3636866"/>
              <a:ext cx="230969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treeview:edge.default:svg-17:0"/>
            <p:cNvCxnSpPr/>
            <p:nvPr/>
          </p:nvCxnSpPr>
          <p:spPr>
            <a:xfrm>
              <a:off x="6410440" y="2632153"/>
              <a:ext cx="0" cy="1016261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treeview:edge.default:svg-20:0"/>
            <p:cNvCxnSpPr/>
            <p:nvPr/>
          </p:nvCxnSpPr>
          <p:spPr>
            <a:xfrm>
              <a:off x="6063988" y="4306674"/>
              <a:ext cx="230968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treeview:edge.default:svg-23:0"/>
            <p:cNvCxnSpPr/>
            <p:nvPr/>
          </p:nvCxnSpPr>
          <p:spPr>
            <a:xfrm>
              <a:off x="6410440" y="4976482"/>
              <a:ext cx="230969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treeview:edge.default:svg-26:0"/>
            <p:cNvCxnSpPr/>
            <p:nvPr/>
          </p:nvCxnSpPr>
          <p:spPr>
            <a:xfrm>
              <a:off x="6410440" y="5646291"/>
              <a:ext cx="230969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treeview:edge.default:svg-27:0"/>
            <p:cNvCxnSpPr/>
            <p:nvPr/>
          </p:nvCxnSpPr>
          <p:spPr>
            <a:xfrm>
              <a:off x="6410440" y="4641578"/>
              <a:ext cx="0" cy="1016261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30:0"/>
            <p:cNvCxnSpPr/>
            <p:nvPr/>
          </p:nvCxnSpPr>
          <p:spPr>
            <a:xfrm>
              <a:off x="6063988" y="6316099"/>
              <a:ext cx="230968" cy="0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treeview:edge.default:svg-31:0"/>
            <p:cNvCxnSpPr/>
            <p:nvPr/>
          </p:nvCxnSpPr>
          <p:spPr>
            <a:xfrm>
              <a:off x="6063988" y="1962345"/>
              <a:ext cx="0" cy="4365303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treeview:edge.default:svg-32:0"/>
            <p:cNvCxnSpPr/>
            <p:nvPr/>
          </p:nvCxnSpPr>
          <p:spPr>
            <a:xfrm>
              <a:off x="5717535" y="1292536"/>
              <a:ext cx="0" cy="346453"/>
            </a:xfrm>
            <a:prstGeom prst="line">
              <a:avLst/>
            </a:prstGeom>
            <a:ln w="2309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3"/>
            <p:cNvSpPr txBox="1"/>
            <p:nvPr/>
          </p:nvSpPr>
          <p:spPr>
            <a:xfrm>
              <a:off x="5707372" y="932688"/>
              <a:ext cx="20325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/</a:t>
              </a:r>
            </a:p>
          </p:txBody>
        </p:sp>
        <p:sp>
          <p:nvSpPr>
            <p:cNvPr id="18" name="diagram:treeview:text.default:svg-6"/>
            <p:cNvSpPr txBox="1"/>
            <p:nvPr/>
          </p:nvSpPr>
          <p:spPr>
            <a:xfrm>
              <a:off x="5992849" y="1602496"/>
              <a:ext cx="142276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sp>
          <p:nvSpPr>
            <p:cNvPr id="19" name="diagram:treeview:text.default:svg-9"/>
            <p:cNvSpPr txBox="1"/>
            <p:nvPr/>
          </p:nvSpPr>
          <p:spPr>
            <a:xfrm>
              <a:off x="6298652" y="2272304"/>
              <a:ext cx="223577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Application</a:t>
              </a:r>
            </a:p>
          </p:txBody>
        </p:sp>
        <p:sp>
          <p:nvSpPr>
            <p:cNvPr id="20" name="diagram:treeview:text.default:svg-12"/>
            <p:cNvSpPr txBox="1"/>
            <p:nvPr/>
          </p:nvSpPr>
          <p:spPr>
            <a:xfrm>
              <a:off x="6726405" y="2942113"/>
              <a:ext cx="60975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Web</a:t>
              </a:r>
            </a:p>
          </p:txBody>
        </p:sp>
        <p:sp>
          <p:nvSpPr>
            <p:cNvPr id="21" name="diagram:treeview:text.default:svg-15"/>
            <p:cNvSpPr txBox="1"/>
            <p:nvPr/>
          </p:nvSpPr>
          <p:spPr>
            <a:xfrm>
              <a:off x="6695917" y="3611921"/>
              <a:ext cx="121951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Mobile</a:t>
              </a:r>
            </a:p>
          </p:txBody>
        </p:sp>
        <p:sp>
          <p:nvSpPr>
            <p:cNvPr id="22" name="diagram:treeview:text.default:svg-19"/>
            <p:cNvSpPr txBox="1"/>
            <p:nvPr/>
          </p:nvSpPr>
          <p:spPr>
            <a:xfrm>
              <a:off x="6329139" y="4281729"/>
              <a:ext cx="162601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3" name="diagram:treeview:text.default:svg-22"/>
            <p:cNvSpPr txBox="1"/>
            <p:nvPr/>
          </p:nvSpPr>
          <p:spPr>
            <a:xfrm>
              <a:off x="6726405" y="4951538"/>
              <a:ext cx="60975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4" name="diagram:treeview:text.default:svg-25"/>
            <p:cNvSpPr txBox="1"/>
            <p:nvPr/>
          </p:nvSpPr>
          <p:spPr>
            <a:xfrm>
              <a:off x="6716242" y="5621346"/>
              <a:ext cx="81300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</a:t>
              </a:r>
            </a:p>
          </p:txBody>
        </p:sp>
        <p:sp>
          <p:nvSpPr>
            <p:cNvPr id="25" name="diagram:treeview:text.default:svg-29"/>
            <p:cNvSpPr txBox="1"/>
            <p:nvPr/>
          </p:nvSpPr>
          <p:spPr>
            <a:xfrm>
              <a:off x="6308814" y="6291154"/>
              <a:ext cx="203252" cy="332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240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260" name="diagram:railroad"/>
          <p:cNvGrpSpPr/>
          <p:nvPr/>
        </p:nvGrpSpPr>
        <p:grpSpPr>
          <a:xfrm>
            <a:off x="3879072" y="932688"/>
            <a:ext cx="4430807" cy="5394960"/>
            <a:chOff x="3879072" y="932688"/>
            <a:chExt cx="4430807" cy="5394960"/>
          </a:xfrm>
        </p:grpSpPr>
        <p:cxnSp>
          <p:nvCxnSpPr>
            <p:cNvPr id="4" name="diagram:railroad:edge.default:svg-7:0"/>
            <p:cNvCxnSpPr/>
            <p:nvPr/>
          </p:nvCxnSpPr>
          <p:spPr>
            <a:xfrm flipV="1">
              <a:off x="5167962" y="1729399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railroad:edge.default:svg-7:1"/>
            <p:cNvCxnSpPr/>
            <p:nvPr/>
          </p:nvCxnSpPr>
          <p:spPr>
            <a:xfrm flipV="1">
              <a:off x="5199130" y="1717368"/>
              <a:ext cx="29043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railroad:edge.default:svg-7:2"/>
            <p:cNvCxnSpPr/>
            <p:nvPr/>
          </p:nvCxnSpPr>
          <p:spPr>
            <a:xfrm flipV="1">
              <a:off x="5228173" y="1698231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3"/>
            <p:cNvCxnSpPr/>
            <p:nvPr/>
          </p:nvCxnSpPr>
          <p:spPr>
            <a:xfrm flipV="1">
              <a:off x="5253114" y="1673290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4"/>
            <p:cNvCxnSpPr/>
            <p:nvPr/>
          </p:nvCxnSpPr>
          <p:spPr>
            <a:xfrm flipV="1">
              <a:off x="5272251" y="1644246"/>
              <a:ext cx="12031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5"/>
            <p:cNvCxnSpPr/>
            <p:nvPr/>
          </p:nvCxnSpPr>
          <p:spPr>
            <a:xfrm flipV="1">
              <a:off x="5284282" y="1613079"/>
              <a:ext cx="4103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6"/>
            <p:cNvCxnSpPr/>
            <p:nvPr/>
          </p:nvCxnSpPr>
          <p:spPr>
            <a:xfrm flipV="1">
              <a:off x="5288385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7"/>
            <p:cNvCxnSpPr/>
            <p:nvPr/>
          </p:nvCxnSpPr>
          <p:spPr>
            <a:xfrm flipV="1">
              <a:off x="5288385" y="1256768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8"/>
            <p:cNvCxnSpPr/>
            <p:nvPr/>
          </p:nvCxnSpPr>
          <p:spPr>
            <a:xfrm flipV="1">
              <a:off x="5292488" y="1227724"/>
              <a:ext cx="12031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9"/>
            <p:cNvCxnSpPr/>
            <p:nvPr/>
          </p:nvCxnSpPr>
          <p:spPr>
            <a:xfrm flipV="1">
              <a:off x="5304519" y="1202784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10"/>
            <p:cNvCxnSpPr/>
            <p:nvPr/>
          </p:nvCxnSpPr>
          <p:spPr>
            <a:xfrm flipV="1">
              <a:off x="5323656" y="1183646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11"/>
            <p:cNvCxnSpPr/>
            <p:nvPr/>
          </p:nvCxnSpPr>
          <p:spPr>
            <a:xfrm flipV="1">
              <a:off x="5348597" y="1171616"/>
              <a:ext cx="29043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2"/>
            <p:cNvCxnSpPr/>
            <p:nvPr/>
          </p:nvCxnSpPr>
          <p:spPr>
            <a:xfrm flipV="1">
              <a:off x="5377640" y="1167513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3"/>
            <p:cNvCxnSpPr/>
            <p:nvPr/>
          </p:nvCxnSpPr>
          <p:spPr>
            <a:xfrm>
              <a:off x="540880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8:0"/>
            <p:cNvCxnSpPr/>
            <p:nvPr/>
          </p:nvCxnSpPr>
          <p:spPr>
            <a:xfrm>
              <a:off x="5769890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8:1"/>
            <p:cNvCxnSpPr/>
            <p:nvPr/>
          </p:nvCxnSpPr>
          <p:spPr>
            <a:xfrm>
              <a:off x="5771960" y="1167513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8:2"/>
            <p:cNvCxnSpPr/>
            <p:nvPr/>
          </p:nvCxnSpPr>
          <p:spPr>
            <a:xfrm>
              <a:off x="5803127" y="1171616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8:3"/>
            <p:cNvCxnSpPr/>
            <p:nvPr/>
          </p:nvCxnSpPr>
          <p:spPr>
            <a:xfrm>
              <a:off x="5832171" y="1183646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8:4"/>
            <p:cNvCxnSpPr/>
            <p:nvPr/>
          </p:nvCxnSpPr>
          <p:spPr>
            <a:xfrm>
              <a:off x="5857112" y="1202784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8:5"/>
            <p:cNvCxnSpPr/>
            <p:nvPr/>
          </p:nvCxnSpPr>
          <p:spPr>
            <a:xfrm>
              <a:off x="5876249" y="1227724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8:6"/>
            <p:cNvCxnSpPr/>
            <p:nvPr/>
          </p:nvCxnSpPr>
          <p:spPr>
            <a:xfrm>
              <a:off x="5888279" y="1256768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8:7"/>
            <p:cNvCxnSpPr/>
            <p:nvPr/>
          </p:nvCxnSpPr>
          <p:spPr>
            <a:xfrm>
              <a:off x="589238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8:8"/>
            <p:cNvCxnSpPr/>
            <p:nvPr/>
          </p:nvCxnSpPr>
          <p:spPr>
            <a:xfrm>
              <a:off x="5892383" y="1613079"/>
              <a:ext cx="4103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8:9"/>
            <p:cNvCxnSpPr/>
            <p:nvPr/>
          </p:nvCxnSpPr>
          <p:spPr>
            <a:xfrm>
              <a:off x="5896486" y="1644246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8:10"/>
            <p:cNvCxnSpPr/>
            <p:nvPr/>
          </p:nvCxnSpPr>
          <p:spPr>
            <a:xfrm>
              <a:off x="5908516" y="1673290"/>
              <a:ext cx="19138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8:11"/>
            <p:cNvCxnSpPr/>
            <p:nvPr/>
          </p:nvCxnSpPr>
          <p:spPr>
            <a:xfrm>
              <a:off x="5927654" y="1698231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8:12"/>
            <p:cNvCxnSpPr/>
            <p:nvPr/>
          </p:nvCxnSpPr>
          <p:spPr>
            <a:xfrm>
              <a:off x="5952594" y="1717368"/>
              <a:ext cx="29044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8:13"/>
            <p:cNvCxnSpPr/>
            <p:nvPr/>
          </p:nvCxnSpPr>
          <p:spPr>
            <a:xfrm>
              <a:off x="5981638" y="1729399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12:0"/>
            <p:cNvCxnSpPr/>
            <p:nvPr/>
          </p:nvCxnSpPr>
          <p:spPr>
            <a:xfrm>
              <a:off x="5167962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13:0"/>
            <p:cNvCxnSpPr/>
            <p:nvPr/>
          </p:nvCxnSpPr>
          <p:spPr>
            <a:xfrm>
              <a:off x="5771960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17:0"/>
            <p:cNvCxnSpPr/>
            <p:nvPr/>
          </p:nvCxnSpPr>
          <p:spPr>
            <a:xfrm>
              <a:off x="5167962" y="1733502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17:1"/>
            <p:cNvCxnSpPr/>
            <p:nvPr/>
          </p:nvCxnSpPr>
          <p:spPr>
            <a:xfrm>
              <a:off x="5199130" y="1737605"/>
              <a:ext cx="29043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17:2"/>
            <p:cNvCxnSpPr/>
            <p:nvPr/>
          </p:nvCxnSpPr>
          <p:spPr>
            <a:xfrm>
              <a:off x="5228173" y="1749636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17:3"/>
            <p:cNvCxnSpPr/>
            <p:nvPr/>
          </p:nvCxnSpPr>
          <p:spPr>
            <a:xfrm>
              <a:off x="5253114" y="1768773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17:4"/>
            <p:cNvCxnSpPr/>
            <p:nvPr/>
          </p:nvCxnSpPr>
          <p:spPr>
            <a:xfrm>
              <a:off x="5272251" y="1793713"/>
              <a:ext cx="12031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17:5"/>
            <p:cNvCxnSpPr/>
            <p:nvPr/>
          </p:nvCxnSpPr>
          <p:spPr>
            <a:xfrm>
              <a:off x="5284282" y="1822757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17:6"/>
            <p:cNvCxnSpPr/>
            <p:nvPr/>
          </p:nvCxnSpPr>
          <p:spPr>
            <a:xfrm>
              <a:off x="5288385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17:7"/>
            <p:cNvCxnSpPr/>
            <p:nvPr/>
          </p:nvCxnSpPr>
          <p:spPr>
            <a:xfrm>
              <a:off x="5288385" y="2179068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17:8"/>
            <p:cNvCxnSpPr/>
            <p:nvPr/>
          </p:nvCxnSpPr>
          <p:spPr>
            <a:xfrm>
              <a:off x="5292488" y="2210236"/>
              <a:ext cx="12031" cy="290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17:9"/>
            <p:cNvCxnSpPr/>
            <p:nvPr/>
          </p:nvCxnSpPr>
          <p:spPr>
            <a:xfrm>
              <a:off x="5304519" y="2239279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17:10"/>
            <p:cNvCxnSpPr/>
            <p:nvPr/>
          </p:nvCxnSpPr>
          <p:spPr>
            <a:xfrm>
              <a:off x="5323656" y="2264220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17:11"/>
            <p:cNvCxnSpPr/>
            <p:nvPr/>
          </p:nvCxnSpPr>
          <p:spPr>
            <a:xfrm>
              <a:off x="5348597" y="2283357"/>
              <a:ext cx="29043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17:12"/>
            <p:cNvCxnSpPr/>
            <p:nvPr/>
          </p:nvCxnSpPr>
          <p:spPr>
            <a:xfrm>
              <a:off x="5377640" y="2295388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17:13"/>
            <p:cNvCxnSpPr/>
            <p:nvPr/>
          </p:nvCxnSpPr>
          <p:spPr>
            <a:xfrm>
              <a:off x="5408808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18:0"/>
            <p:cNvCxnSpPr/>
            <p:nvPr/>
          </p:nvCxnSpPr>
          <p:spPr>
            <a:xfrm>
              <a:off x="5763775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18:1"/>
            <p:cNvCxnSpPr/>
            <p:nvPr/>
          </p:nvCxnSpPr>
          <p:spPr>
            <a:xfrm flipV="1">
              <a:off x="5771960" y="2295388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18:2"/>
            <p:cNvCxnSpPr/>
            <p:nvPr/>
          </p:nvCxnSpPr>
          <p:spPr>
            <a:xfrm flipV="1">
              <a:off x="5803127" y="2283357"/>
              <a:ext cx="29044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18:3"/>
            <p:cNvCxnSpPr/>
            <p:nvPr/>
          </p:nvCxnSpPr>
          <p:spPr>
            <a:xfrm flipV="1">
              <a:off x="5832171" y="2264220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18:4"/>
            <p:cNvCxnSpPr/>
            <p:nvPr/>
          </p:nvCxnSpPr>
          <p:spPr>
            <a:xfrm flipV="1">
              <a:off x="5857112" y="2239279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18:5"/>
            <p:cNvCxnSpPr/>
            <p:nvPr/>
          </p:nvCxnSpPr>
          <p:spPr>
            <a:xfrm flipV="1">
              <a:off x="5876249" y="2210236"/>
              <a:ext cx="12030" cy="290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18:6"/>
            <p:cNvCxnSpPr/>
            <p:nvPr/>
          </p:nvCxnSpPr>
          <p:spPr>
            <a:xfrm flipV="1">
              <a:off x="5888279" y="2179068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18:7"/>
            <p:cNvCxnSpPr/>
            <p:nvPr/>
          </p:nvCxnSpPr>
          <p:spPr>
            <a:xfrm flipV="1">
              <a:off x="589238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18:8"/>
            <p:cNvCxnSpPr/>
            <p:nvPr/>
          </p:nvCxnSpPr>
          <p:spPr>
            <a:xfrm flipV="1">
              <a:off x="5892383" y="1822757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18:9"/>
            <p:cNvCxnSpPr/>
            <p:nvPr/>
          </p:nvCxnSpPr>
          <p:spPr>
            <a:xfrm flipV="1">
              <a:off x="5896486" y="1793713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18:10"/>
            <p:cNvCxnSpPr/>
            <p:nvPr/>
          </p:nvCxnSpPr>
          <p:spPr>
            <a:xfrm flipV="1">
              <a:off x="5908516" y="1768773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18:11"/>
            <p:cNvCxnSpPr/>
            <p:nvPr/>
          </p:nvCxnSpPr>
          <p:spPr>
            <a:xfrm flipV="1">
              <a:off x="5927654" y="1749636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18:12"/>
            <p:cNvCxnSpPr/>
            <p:nvPr/>
          </p:nvCxnSpPr>
          <p:spPr>
            <a:xfrm flipV="1">
              <a:off x="5952594" y="1737605"/>
              <a:ext cx="29044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18:13"/>
            <p:cNvCxnSpPr/>
            <p:nvPr/>
          </p:nvCxnSpPr>
          <p:spPr>
            <a:xfrm flipV="1">
              <a:off x="5981638" y="1733502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25:0"/>
            <p:cNvCxnSpPr/>
            <p:nvPr/>
          </p:nvCxnSpPr>
          <p:spPr>
            <a:xfrm>
              <a:off x="4987327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26:0"/>
            <p:cNvCxnSpPr/>
            <p:nvPr/>
          </p:nvCxnSpPr>
          <p:spPr>
            <a:xfrm>
              <a:off x="6012806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33:0"/>
            <p:cNvCxnSpPr/>
            <p:nvPr/>
          </p:nvCxnSpPr>
          <p:spPr>
            <a:xfrm flipV="1">
              <a:off x="5074258" y="3668212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33:1"/>
            <p:cNvCxnSpPr/>
            <p:nvPr/>
          </p:nvCxnSpPr>
          <p:spPr>
            <a:xfrm flipV="1">
              <a:off x="5105425" y="3656182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33:2"/>
            <p:cNvCxnSpPr/>
            <p:nvPr/>
          </p:nvCxnSpPr>
          <p:spPr>
            <a:xfrm flipV="1">
              <a:off x="5134469" y="3637044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33:3"/>
            <p:cNvCxnSpPr/>
            <p:nvPr/>
          </p:nvCxnSpPr>
          <p:spPr>
            <a:xfrm flipV="1">
              <a:off x="5159410" y="3612104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33:4"/>
            <p:cNvCxnSpPr/>
            <p:nvPr/>
          </p:nvCxnSpPr>
          <p:spPr>
            <a:xfrm flipV="1">
              <a:off x="5178547" y="3583060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33:5"/>
            <p:cNvCxnSpPr/>
            <p:nvPr/>
          </p:nvCxnSpPr>
          <p:spPr>
            <a:xfrm flipV="1">
              <a:off x="5190577" y="3551892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33:6"/>
            <p:cNvCxnSpPr/>
            <p:nvPr/>
          </p:nvCxnSpPr>
          <p:spPr>
            <a:xfrm flipV="1">
              <a:off x="5194681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33:7"/>
            <p:cNvCxnSpPr/>
            <p:nvPr/>
          </p:nvCxnSpPr>
          <p:spPr>
            <a:xfrm flipV="1">
              <a:off x="5194681" y="3195582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33:8"/>
            <p:cNvCxnSpPr/>
            <p:nvPr/>
          </p:nvCxnSpPr>
          <p:spPr>
            <a:xfrm flipV="1">
              <a:off x="5198784" y="3166538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33:9"/>
            <p:cNvCxnSpPr/>
            <p:nvPr/>
          </p:nvCxnSpPr>
          <p:spPr>
            <a:xfrm flipV="1">
              <a:off x="5210814" y="3141598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33:10"/>
            <p:cNvCxnSpPr/>
            <p:nvPr/>
          </p:nvCxnSpPr>
          <p:spPr>
            <a:xfrm flipV="1">
              <a:off x="5229952" y="312246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33:11"/>
            <p:cNvCxnSpPr/>
            <p:nvPr/>
          </p:nvCxnSpPr>
          <p:spPr>
            <a:xfrm flipV="1">
              <a:off x="5254892" y="3110430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33:12"/>
            <p:cNvCxnSpPr/>
            <p:nvPr/>
          </p:nvCxnSpPr>
          <p:spPr>
            <a:xfrm flipV="1">
              <a:off x="5283936" y="3106327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34:0"/>
            <p:cNvCxnSpPr/>
            <p:nvPr/>
          </p:nvCxnSpPr>
          <p:spPr>
            <a:xfrm>
              <a:off x="5678632" y="3106327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34:1"/>
            <p:cNvCxnSpPr/>
            <p:nvPr/>
          </p:nvCxnSpPr>
          <p:spPr>
            <a:xfrm>
              <a:off x="5709799" y="3110430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34:2"/>
            <p:cNvCxnSpPr/>
            <p:nvPr/>
          </p:nvCxnSpPr>
          <p:spPr>
            <a:xfrm>
              <a:off x="5738843" y="3122460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34:3"/>
            <p:cNvCxnSpPr/>
            <p:nvPr/>
          </p:nvCxnSpPr>
          <p:spPr>
            <a:xfrm>
              <a:off x="5763784" y="3141598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34:4"/>
            <p:cNvCxnSpPr/>
            <p:nvPr/>
          </p:nvCxnSpPr>
          <p:spPr>
            <a:xfrm>
              <a:off x="5782921" y="3166538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railroad:edge.default:svg-34:5"/>
            <p:cNvCxnSpPr/>
            <p:nvPr/>
          </p:nvCxnSpPr>
          <p:spPr>
            <a:xfrm>
              <a:off x="5794951" y="3195582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railroad:edge.default:svg-34:6"/>
            <p:cNvCxnSpPr/>
            <p:nvPr/>
          </p:nvCxnSpPr>
          <p:spPr>
            <a:xfrm>
              <a:off x="5799055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railroad:edge.default:svg-34:7"/>
            <p:cNvCxnSpPr/>
            <p:nvPr/>
          </p:nvCxnSpPr>
          <p:spPr>
            <a:xfrm>
              <a:off x="5799055" y="3551892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34:8"/>
            <p:cNvCxnSpPr/>
            <p:nvPr/>
          </p:nvCxnSpPr>
          <p:spPr>
            <a:xfrm>
              <a:off x="5803158" y="3583060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railroad:edge.default:svg-34:9"/>
            <p:cNvCxnSpPr/>
            <p:nvPr/>
          </p:nvCxnSpPr>
          <p:spPr>
            <a:xfrm>
              <a:off x="5815188" y="3612104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railroad:edge.default:svg-34:10"/>
            <p:cNvCxnSpPr/>
            <p:nvPr/>
          </p:nvCxnSpPr>
          <p:spPr>
            <a:xfrm>
              <a:off x="5834326" y="3637044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railroad:edge.default:svg-34:11"/>
            <p:cNvCxnSpPr/>
            <p:nvPr/>
          </p:nvCxnSpPr>
          <p:spPr>
            <a:xfrm>
              <a:off x="5859266" y="3656182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34:12"/>
            <p:cNvCxnSpPr/>
            <p:nvPr/>
          </p:nvCxnSpPr>
          <p:spPr>
            <a:xfrm>
              <a:off x="5888310" y="3668212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38:0"/>
            <p:cNvCxnSpPr/>
            <p:nvPr/>
          </p:nvCxnSpPr>
          <p:spPr>
            <a:xfrm>
              <a:off x="5074258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39:0"/>
            <p:cNvCxnSpPr/>
            <p:nvPr/>
          </p:nvCxnSpPr>
          <p:spPr>
            <a:xfrm>
              <a:off x="5678632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43:0"/>
            <p:cNvCxnSpPr/>
            <p:nvPr/>
          </p:nvCxnSpPr>
          <p:spPr>
            <a:xfrm>
              <a:off x="5074258" y="3672316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43:1"/>
            <p:cNvCxnSpPr/>
            <p:nvPr/>
          </p:nvCxnSpPr>
          <p:spPr>
            <a:xfrm>
              <a:off x="5105425" y="3676419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43:2"/>
            <p:cNvCxnSpPr/>
            <p:nvPr/>
          </p:nvCxnSpPr>
          <p:spPr>
            <a:xfrm>
              <a:off x="5134469" y="3688449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43:3"/>
            <p:cNvCxnSpPr/>
            <p:nvPr/>
          </p:nvCxnSpPr>
          <p:spPr>
            <a:xfrm>
              <a:off x="5159410" y="3707587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43:4"/>
            <p:cNvCxnSpPr/>
            <p:nvPr/>
          </p:nvCxnSpPr>
          <p:spPr>
            <a:xfrm>
              <a:off x="5178547" y="3732527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43:5"/>
            <p:cNvCxnSpPr/>
            <p:nvPr/>
          </p:nvCxnSpPr>
          <p:spPr>
            <a:xfrm>
              <a:off x="5190577" y="3761571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43:6"/>
            <p:cNvCxnSpPr/>
            <p:nvPr/>
          </p:nvCxnSpPr>
          <p:spPr>
            <a:xfrm>
              <a:off x="5194681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43:7"/>
            <p:cNvCxnSpPr/>
            <p:nvPr/>
          </p:nvCxnSpPr>
          <p:spPr>
            <a:xfrm>
              <a:off x="5194681" y="4117882"/>
              <a:ext cx="4103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43:8"/>
            <p:cNvCxnSpPr/>
            <p:nvPr/>
          </p:nvCxnSpPr>
          <p:spPr>
            <a:xfrm>
              <a:off x="5198784" y="4149049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43:9"/>
            <p:cNvCxnSpPr/>
            <p:nvPr/>
          </p:nvCxnSpPr>
          <p:spPr>
            <a:xfrm>
              <a:off x="5210814" y="4178093"/>
              <a:ext cx="19138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43:10"/>
            <p:cNvCxnSpPr/>
            <p:nvPr/>
          </p:nvCxnSpPr>
          <p:spPr>
            <a:xfrm>
              <a:off x="5229952" y="4203034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43:11"/>
            <p:cNvCxnSpPr/>
            <p:nvPr/>
          </p:nvCxnSpPr>
          <p:spPr>
            <a:xfrm>
              <a:off x="5254892" y="4222171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43:12"/>
            <p:cNvCxnSpPr/>
            <p:nvPr/>
          </p:nvCxnSpPr>
          <p:spPr>
            <a:xfrm>
              <a:off x="5283936" y="4234201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44:0"/>
            <p:cNvCxnSpPr/>
            <p:nvPr/>
          </p:nvCxnSpPr>
          <p:spPr>
            <a:xfrm flipV="1">
              <a:off x="5678632" y="4234201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44:1"/>
            <p:cNvCxnSpPr/>
            <p:nvPr/>
          </p:nvCxnSpPr>
          <p:spPr>
            <a:xfrm flipV="1">
              <a:off x="5709799" y="4222171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44:2"/>
            <p:cNvCxnSpPr/>
            <p:nvPr/>
          </p:nvCxnSpPr>
          <p:spPr>
            <a:xfrm flipV="1">
              <a:off x="5738843" y="4203034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44:3"/>
            <p:cNvCxnSpPr/>
            <p:nvPr/>
          </p:nvCxnSpPr>
          <p:spPr>
            <a:xfrm flipV="1">
              <a:off x="5763784" y="4178093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44:4"/>
            <p:cNvCxnSpPr/>
            <p:nvPr/>
          </p:nvCxnSpPr>
          <p:spPr>
            <a:xfrm flipV="1">
              <a:off x="5782921" y="4149049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44:5"/>
            <p:cNvCxnSpPr/>
            <p:nvPr/>
          </p:nvCxnSpPr>
          <p:spPr>
            <a:xfrm flipV="1">
              <a:off x="5794951" y="4117882"/>
              <a:ext cx="4104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44:6"/>
            <p:cNvCxnSpPr/>
            <p:nvPr/>
          </p:nvCxnSpPr>
          <p:spPr>
            <a:xfrm flipV="1">
              <a:off x="5799055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44:7"/>
            <p:cNvCxnSpPr/>
            <p:nvPr/>
          </p:nvCxnSpPr>
          <p:spPr>
            <a:xfrm flipV="1">
              <a:off x="5799055" y="3761571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44:8"/>
            <p:cNvCxnSpPr/>
            <p:nvPr/>
          </p:nvCxnSpPr>
          <p:spPr>
            <a:xfrm flipV="1">
              <a:off x="5803158" y="3732527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44:9"/>
            <p:cNvCxnSpPr/>
            <p:nvPr/>
          </p:nvCxnSpPr>
          <p:spPr>
            <a:xfrm flipV="1">
              <a:off x="5815188" y="3707587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44:10"/>
            <p:cNvCxnSpPr/>
            <p:nvPr/>
          </p:nvCxnSpPr>
          <p:spPr>
            <a:xfrm flipV="1">
              <a:off x="5834326" y="3688449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44:11"/>
            <p:cNvCxnSpPr/>
            <p:nvPr/>
          </p:nvCxnSpPr>
          <p:spPr>
            <a:xfrm flipV="1">
              <a:off x="5859266" y="3676419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44:12"/>
            <p:cNvCxnSpPr/>
            <p:nvPr/>
          </p:nvCxnSpPr>
          <p:spPr>
            <a:xfrm flipV="1">
              <a:off x="5888310" y="3672316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51:0"/>
            <p:cNvCxnSpPr/>
            <p:nvPr/>
          </p:nvCxnSpPr>
          <p:spPr>
            <a:xfrm>
              <a:off x="4893623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52:0"/>
            <p:cNvCxnSpPr/>
            <p:nvPr/>
          </p:nvCxnSpPr>
          <p:spPr>
            <a:xfrm>
              <a:off x="5919478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59:0"/>
            <p:cNvCxnSpPr/>
            <p:nvPr/>
          </p:nvCxnSpPr>
          <p:spPr>
            <a:xfrm>
              <a:off x="6278584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65:0"/>
            <p:cNvCxnSpPr/>
            <p:nvPr/>
          </p:nvCxnSpPr>
          <p:spPr>
            <a:xfrm flipV="1">
              <a:off x="6639853" y="5564878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65:1"/>
            <p:cNvCxnSpPr/>
            <p:nvPr/>
          </p:nvCxnSpPr>
          <p:spPr>
            <a:xfrm flipV="1">
              <a:off x="6671021" y="5552848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65:2"/>
            <p:cNvCxnSpPr/>
            <p:nvPr/>
          </p:nvCxnSpPr>
          <p:spPr>
            <a:xfrm flipV="1">
              <a:off x="6700065" y="553371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65:3"/>
            <p:cNvCxnSpPr/>
            <p:nvPr/>
          </p:nvCxnSpPr>
          <p:spPr>
            <a:xfrm flipV="1">
              <a:off x="6725005" y="5508770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65:4"/>
            <p:cNvCxnSpPr/>
            <p:nvPr/>
          </p:nvCxnSpPr>
          <p:spPr>
            <a:xfrm flipV="1">
              <a:off x="6744143" y="5479726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65:5"/>
            <p:cNvCxnSpPr/>
            <p:nvPr/>
          </p:nvCxnSpPr>
          <p:spPr>
            <a:xfrm flipV="1">
              <a:off x="6756173" y="5448558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65:6"/>
            <p:cNvCxnSpPr/>
            <p:nvPr/>
          </p:nvCxnSpPr>
          <p:spPr>
            <a:xfrm flipV="1">
              <a:off x="6760277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65:7"/>
            <p:cNvCxnSpPr/>
            <p:nvPr/>
          </p:nvCxnSpPr>
          <p:spPr>
            <a:xfrm flipV="1">
              <a:off x="6760277" y="5375242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65:8"/>
            <p:cNvCxnSpPr/>
            <p:nvPr/>
          </p:nvCxnSpPr>
          <p:spPr>
            <a:xfrm flipV="1">
              <a:off x="6764380" y="5346198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65:9"/>
            <p:cNvCxnSpPr/>
            <p:nvPr/>
          </p:nvCxnSpPr>
          <p:spPr>
            <a:xfrm flipV="1">
              <a:off x="6776410" y="5321258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65:10"/>
            <p:cNvCxnSpPr/>
            <p:nvPr/>
          </p:nvCxnSpPr>
          <p:spPr>
            <a:xfrm flipV="1">
              <a:off x="6795548" y="530212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65:11"/>
            <p:cNvCxnSpPr/>
            <p:nvPr/>
          </p:nvCxnSpPr>
          <p:spPr>
            <a:xfrm flipV="1">
              <a:off x="6820488" y="5290090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65:12"/>
            <p:cNvCxnSpPr/>
            <p:nvPr/>
          </p:nvCxnSpPr>
          <p:spPr>
            <a:xfrm flipV="1">
              <a:off x="6849532" y="5285987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66:0"/>
            <p:cNvCxnSpPr/>
            <p:nvPr/>
          </p:nvCxnSpPr>
          <p:spPr>
            <a:xfrm>
              <a:off x="7647551" y="5285987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66:1"/>
            <p:cNvCxnSpPr/>
            <p:nvPr/>
          </p:nvCxnSpPr>
          <p:spPr>
            <a:xfrm>
              <a:off x="7678719" y="5290090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66:2"/>
            <p:cNvCxnSpPr/>
            <p:nvPr/>
          </p:nvCxnSpPr>
          <p:spPr>
            <a:xfrm>
              <a:off x="7707763" y="530212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66:3"/>
            <p:cNvCxnSpPr/>
            <p:nvPr/>
          </p:nvCxnSpPr>
          <p:spPr>
            <a:xfrm>
              <a:off x="7732703" y="5321258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66:4"/>
            <p:cNvCxnSpPr/>
            <p:nvPr/>
          </p:nvCxnSpPr>
          <p:spPr>
            <a:xfrm>
              <a:off x="7751841" y="5346198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66:5"/>
            <p:cNvCxnSpPr/>
            <p:nvPr/>
          </p:nvCxnSpPr>
          <p:spPr>
            <a:xfrm>
              <a:off x="7763871" y="5375242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66:6"/>
            <p:cNvCxnSpPr/>
            <p:nvPr/>
          </p:nvCxnSpPr>
          <p:spPr>
            <a:xfrm>
              <a:off x="7767974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66:7"/>
            <p:cNvCxnSpPr/>
            <p:nvPr/>
          </p:nvCxnSpPr>
          <p:spPr>
            <a:xfrm>
              <a:off x="7767974" y="5448558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66:8"/>
            <p:cNvCxnSpPr/>
            <p:nvPr/>
          </p:nvCxnSpPr>
          <p:spPr>
            <a:xfrm>
              <a:off x="7772078" y="5479726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66:9"/>
            <p:cNvCxnSpPr/>
            <p:nvPr/>
          </p:nvCxnSpPr>
          <p:spPr>
            <a:xfrm>
              <a:off x="7784108" y="5508770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66:10"/>
            <p:cNvCxnSpPr/>
            <p:nvPr/>
          </p:nvCxnSpPr>
          <p:spPr>
            <a:xfrm>
              <a:off x="7803245" y="5533710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66:11"/>
            <p:cNvCxnSpPr/>
            <p:nvPr/>
          </p:nvCxnSpPr>
          <p:spPr>
            <a:xfrm>
              <a:off x="7828186" y="5552848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66:12"/>
            <p:cNvCxnSpPr/>
            <p:nvPr/>
          </p:nvCxnSpPr>
          <p:spPr>
            <a:xfrm>
              <a:off x="7857230" y="5564878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70:0"/>
            <p:cNvCxnSpPr/>
            <p:nvPr/>
          </p:nvCxnSpPr>
          <p:spPr>
            <a:xfrm>
              <a:off x="6639853" y="5568981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70:1"/>
            <p:cNvCxnSpPr/>
            <p:nvPr/>
          </p:nvCxnSpPr>
          <p:spPr>
            <a:xfrm>
              <a:off x="6671021" y="5573085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70:2"/>
            <p:cNvCxnSpPr/>
            <p:nvPr/>
          </p:nvCxnSpPr>
          <p:spPr>
            <a:xfrm>
              <a:off x="6700065" y="5585115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70:3"/>
            <p:cNvCxnSpPr/>
            <p:nvPr/>
          </p:nvCxnSpPr>
          <p:spPr>
            <a:xfrm>
              <a:off x="6725005" y="5604252"/>
              <a:ext cx="19138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70:4"/>
            <p:cNvCxnSpPr/>
            <p:nvPr/>
          </p:nvCxnSpPr>
          <p:spPr>
            <a:xfrm>
              <a:off x="6744143" y="5629193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70:5"/>
            <p:cNvCxnSpPr/>
            <p:nvPr/>
          </p:nvCxnSpPr>
          <p:spPr>
            <a:xfrm>
              <a:off x="6756173" y="5658237"/>
              <a:ext cx="4104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70:6"/>
            <p:cNvCxnSpPr/>
            <p:nvPr/>
          </p:nvCxnSpPr>
          <p:spPr>
            <a:xfrm>
              <a:off x="6760277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70:7"/>
            <p:cNvCxnSpPr/>
            <p:nvPr/>
          </p:nvCxnSpPr>
          <p:spPr>
            <a:xfrm>
              <a:off x="6760277" y="5731553"/>
              <a:ext cx="4103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70:8"/>
            <p:cNvCxnSpPr/>
            <p:nvPr/>
          </p:nvCxnSpPr>
          <p:spPr>
            <a:xfrm>
              <a:off x="6764380" y="5762720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70:9"/>
            <p:cNvCxnSpPr/>
            <p:nvPr/>
          </p:nvCxnSpPr>
          <p:spPr>
            <a:xfrm>
              <a:off x="6776410" y="5791764"/>
              <a:ext cx="19138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70:10"/>
            <p:cNvCxnSpPr/>
            <p:nvPr/>
          </p:nvCxnSpPr>
          <p:spPr>
            <a:xfrm>
              <a:off x="6795548" y="5816705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70:11"/>
            <p:cNvCxnSpPr/>
            <p:nvPr/>
          </p:nvCxnSpPr>
          <p:spPr>
            <a:xfrm>
              <a:off x="6820488" y="5835842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70:12"/>
            <p:cNvCxnSpPr/>
            <p:nvPr/>
          </p:nvCxnSpPr>
          <p:spPr>
            <a:xfrm>
              <a:off x="6849532" y="5847872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70:13"/>
            <p:cNvCxnSpPr/>
            <p:nvPr/>
          </p:nvCxnSpPr>
          <p:spPr>
            <a:xfrm>
              <a:off x="6880700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71:0"/>
            <p:cNvCxnSpPr/>
            <p:nvPr/>
          </p:nvCxnSpPr>
          <p:spPr>
            <a:xfrm>
              <a:off x="7598206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71:1"/>
            <p:cNvCxnSpPr/>
            <p:nvPr/>
          </p:nvCxnSpPr>
          <p:spPr>
            <a:xfrm flipV="1">
              <a:off x="7647551" y="5847872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71:2"/>
            <p:cNvCxnSpPr/>
            <p:nvPr/>
          </p:nvCxnSpPr>
          <p:spPr>
            <a:xfrm flipV="1">
              <a:off x="7678719" y="5835842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railroad:edge.default:svg-71:3"/>
            <p:cNvCxnSpPr/>
            <p:nvPr/>
          </p:nvCxnSpPr>
          <p:spPr>
            <a:xfrm flipV="1">
              <a:off x="7707763" y="5816705"/>
              <a:ext cx="24940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railroad:edge.default:svg-71:4"/>
            <p:cNvCxnSpPr/>
            <p:nvPr/>
          </p:nvCxnSpPr>
          <p:spPr>
            <a:xfrm flipV="1">
              <a:off x="7732703" y="5791764"/>
              <a:ext cx="19138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railroad:edge.default:svg-71:5"/>
            <p:cNvCxnSpPr/>
            <p:nvPr/>
          </p:nvCxnSpPr>
          <p:spPr>
            <a:xfrm flipV="1">
              <a:off x="7751841" y="5762720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railroad:edge.default:svg-71:6"/>
            <p:cNvCxnSpPr/>
            <p:nvPr/>
          </p:nvCxnSpPr>
          <p:spPr>
            <a:xfrm flipV="1">
              <a:off x="7763871" y="5731553"/>
              <a:ext cx="4103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71:7"/>
            <p:cNvCxnSpPr/>
            <p:nvPr/>
          </p:nvCxnSpPr>
          <p:spPr>
            <a:xfrm flipV="1">
              <a:off x="7767974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railroad:edge.default:svg-71:8"/>
            <p:cNvCxnSpPr/>
            <p:nvPr/>
          </p:nvCxnSpPr>
          <p:spPr>
            <a:xfrm flipV="1">
              <a:off x="7767974" y="5658237"/>
              <a:ext cx="4104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railroad:edge.default:svg-71:9"/>
            <p:cNvCxnSpPr/>
            <p:nvPr/>
          </p:nvCxnSpPr>
          <p:spPr>
            <a:xfrm flipV="1">
              <a:off x="7772078" y="5629193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railroad:edge.default:svg-71:10"/>
            <p:cNvCxnSpPr/>
            <p:nvPr/>
          </p:nvCxnSpPr>
          <p:spPr>
            <a:xfrm flipV="1">
              <a:off x="7784108" y="5604252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71:11"/>
            <p:cNvCxnSpPr/>
            <p:nvPr/>
          </p:nvCxnSpPr>
          <p:spPr>
            <a:xfrm flipV="1">
              <a:off x="7803245" y="5585115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71:12"/>
            <p:cNvCxnSpPr/>
            <p:nvPr/>
          </p:nvCxnSpPr>
          <p:spPr>
            <a:xfrm flipV="1">
              <a:off x="7828186" y="5573085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71:13"/>
            <p:cNvCxnSpPr/>
            <p:nvPr/>
          </p:nvCxnSpPr>
          <p:spPr>
            <a:xfrm flipV="1">
              <a:off x="7857230" y="5568981"/>
              <a:ext cx="31168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72:0"/>
            <p:cNvCxnSpPr/>
            <p:nvPr/>
          </p:nvCxnSpPr>
          <p:spPr>
            <a:xfrm>
              <a:off x="6399007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73:0"/>
            <p:cNvCxnSpPr/>
            <p:nvPr/>
          </p:nvCxnSpPr>
          <p:spPr>
            <a:xfrm>
              <a:off x="7888398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74:0"/>
            <p:cNvCxnSpPr/>
            <p:nvPr/>
          </p:nvCxnSpPr>
          <p:spPr>
            <a:xfrm>
              <a:off x="7888398" y="5568981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74:1"/>
            <p:cNvCxnSpPr/>
            <p:nvPr/>
          </p:nvCxnSpPr>
          <p:spPr>
            <a:xfrm>
              <a:off x="7919565" y="5573085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74:2"/>
            <p:cNvCxnSpPr/>
            <p:nvPr/>
          </p:nvCxnSpPr>
          <p:spPr>
            <a:xfrm>
              <a:off x="7948609" y="5585115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74:3"/>
            <p:cNvCxnSpPr/>
            <p:nvPr/>
          </p:nvCxnSpPr>
          <p:spPr>
            <a:xfrm>
              <a:off x="7973550" y="5604252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74:4"/>
            <p:cNvCxnSpPr/>
            <p:nvPr/>
          </p:nvCxnSpPr>
          <p:spPr>
            <a:xfrm>
              <a:off x="7992687" y="5629193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74:5"/>
            <p:cNvCxnSpPr/>
            <p:nvPr/>
          </p:nvCxnSpPr>
          <p:spPr>
            <a:xfrm>
              <a:off x="8004717" y="5658237"/>
              <a:ext cx="4104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74:6"/>
            <p:cNvCxnSpPr/>
            <p:nvPr/>
          </p:nvCxnSpPr>
          <p:spPr>
            <a:xfrm>
              <a:off x="8008821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74:7"/>
            <p:cNvCxnSpPr/>
            <p:nvPr/>
          </p:nvCxnSpPr>
          <p:spPr>
            <a:xfrm flipH="1">
              <a:off x="8004717" y="6207224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74:8"/>
            <p:cNvCxnSpPr/>
            <p:nvPr/>
          </p:nvCxnSpPr>
          <p:spPr>
            <a:xfrm flipH="1">
              <a:off x="7992687" y="6238392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74:9"/>
            <p:cNvCxnSpPr/>
            <p:nvPr/>
          </p:nvCxnSpPr>
          <p:spPr>
            <a:xfrm flipH="1">
              <a:off x="7973550" y="6267436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74:10"/>
            <p:cNvCxnSpPr/>
            <p:nvPr/>
          </p:nvCxnSpPr>
          <p:spPr>
            <a:xfrm flipH="1">
              <a:off x="7948609" y="6292376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74:11"/>
            <p:cNvCxnSpPr/>
            <p:nvPr/>
          </p:nvCxnSpPr>
          <p:spPr>
            <a:xfrm flipH="1">
              <a:off x="7919565" y="6311514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74:12"/>
            <p:cNvCxnSpPr/>
            <p:nvPr/>
          </p:nvCxnSpPr>
          <p:spPr>
            <a:xfrm flipH="1">
              <a:off x="7888398" y="6323544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74:13"/>
            <p:cNvCxnSpPr/>
            <p:nvPr/>
          </p:nvCxnSpPr>
          <p:spPr>
            <a:xfrm flipH="1">
              <a:off x="6639853" y="6327648"/>
              <a:ext cx="12485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74:14"/>
            <p:cNvCxnSpPr/>
            <p:nvPr/>
          </p:nvCxnSpPr>
          <p:spPr>
            <a:xfrm flipH="1" flipV="1">
              <a:off x="6608686" y="6323544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74:15"/>
            <p:cNvCxnSpPr/>
            <p:nvPr/>
          </p:nvCxnSpPr>
          <p:spPr>
            <a:xfrm flipH="1" flipV="1">
              <a:off x="6579642" y="6311514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74:16"/>
            <p:cNvCxnSpPr/>
            <p:nvPr/>
          </p:nvCxnSpPr>
          <p:spPr>
            <a:xfrm flipH="1" flipV="1">
              <a:off x="6554701" y="6292376"/>
              <a:ext cx="24941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74:17"/>
            <p:cNvCxnSpPr/>
            <p:nvPr/>
          </p:nvCxnSpPr>
          <p:spPr>
            <a:xfrm flipH="1" flipV="1">
              <a:off x="6535564" y="6267436"/>
              <a:ext cx="19137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74:18"/>
            <p:cNvCxnSpPr/>
            <p:nvPr/>
          </p:nvCxnSpPr>
          <p:spPr>
            <a:xfrm flipH="1" flipV="1">
              <a:off x="6523534" y="6238392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74:19"/>
            <p:cNvCxnSpPr/>
            <p:nvPr/>
          </p:nvCxnSpPr>
          <p:spPr>
            <a:xfrm flipH="1" flipV="1">
              <a:off x="6519430" y="6207224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74:20"/>
            <p:cNvCxnSpPr/>
            <p:nvPr/>
          </p:nvCxnSpPr>
          <p:spPr>
            <a:xfrm flipV="1">
              <a:off x="6519430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74:21"/>
            <p:cNvCxnSpPr/>
            <p:nvPr/>
          </p:nvCxnSpPr>
          <p:spPr>
            <a:xfrm flipV="1">
              <a:off x="6519430" y="5658237"/>
              <a:ext cx="4104" cy="3116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74:22"/>
            <p:cNvCxnSpPr/>
            <p:nvPr/>
          </p:nvCxnSpPr>
          <p:spPr>
            <a:xfrm flipV="1">
              <a:off x="6523534" y="5629193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74:23"/>
            <p:cNvCxnSpPr/>
            <p:nvPr/>
          </p:nvCxnSpPr>
          <p:spPr>
            <a:xfrm flipV="1">
              <a:off x="6535564" y="5604252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74:24"/>
            <p:cNvCxnSpPr/>
            <p:nvPr/>
          </p:nvCxnSpPr>
          <p:spPr>
            <a:xfrm flipV="1">
              <a:off x="6554701" y="5585115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74:25"/>
            <p:cNvCxnSpPr/>
            <p:nvPr/>
          </p:nvCxnSpPr>
          <p:spPr>
            <a:xfrm flipV="1">
              <a:off x="6579642" y="5573085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74:26"/>
            <p:cNvCxnSpPr/>
            <p:nvPr/>
          </p:nvCxnSpPr>
          <p:spPr>
            <a:xfrm flipV="1">
              <a:off x="6608686" y="5568981"/>
              <a:ext cx="31167" cy="410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75:0"/>
            <p:cNvCxnSpPr/>
            <p:nvPr/>
          </p:nvCxnSpPr>
          <p:spPr>
            <a:xfrm flipV="1">
              <a:off x="6399007" y="5564878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75:1"/>
            <p:cNvCxnSpPr/>
            <p:nvPr/>
          </p:nvCxnSpPr>
          <p:spPr>
            <a:xfrm flipV="1">
              <a:off x="6430175" y="5552848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75:2"/>
            <p:cNvCxnSpPr/>
            <p:nvPr/>
          </p:nvCxnSpPr>
          <p:spPr>
            <a:xfrm flipV="1">
              <a:off x="6459219" y="553371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75:3"/>
            <p:cNvCxnSpPr/>
            <p:nvPr/>
          </p:nvCxnSpPr>
          <p:spPr>
            <a:xfrm flipV="1">
              <a:off x="6484159" y="5508770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75:4"/>
            <p:cNvCxnSpPr/>
            <p:nvPr/>
          </p:nvCxnSpPr>
          <p:spPr>
            <a:xfrm flipV="1">
              <a:off x="6503297" y="5479726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75:5"/>
            <p:cNvCxnSpPr/>
            <p:nvPr/>
          </p:nvCxnSpPr>
          <p:spPr>
            <a:xfrm flipV="1">
              <a:off x="6515327" y="5448558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75:6"/>
            <p:cNvCxnSpPr/>
            <p:nvPr/>
          </p:nvCxnSpPr>
          <p:spPr>
            <a:xfrm flipV="1">
              <a:off x="6519430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75:7"/>
            <p:cNvCxnSpPr/>
            <p:nvPr/>
          </p:nvCxnSpPr>
          <p:spPr>
            <a:xfrm flipV="1">
              <a:off x="6519430" y="4899570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75:8"/>
            <p:cNvCxnSpPr/>
            <p:nvPr/>
          </p:nvCxnSpPr>
          <p:spPr>
            <a:xfrm flipV="1">
              <a:off x="6523534" y="4870527"/>
              <a:ext cx="12030" cy="290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75:9"/>
            <p:cNvCxnSpPr/>
            <p:nvPr/>
          </p:nvCxnSpPr>
          <p:spPr>
            <a:xfrm flipV="1">
              <a:off x="6535564" y="4845586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75:10"/>
            <p:cNvCxnSpPr/>
            <p:nvPr/>
          </p:nvCxnSpPr>
          <p:spPr>
            <a:xfrm flipV="1">
              <a:off x="6554701" y="4826449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75:11"/>
            <p:cNvCxnSpPr/>
            <p:nvPr/>
          </p:nvCxnSpPr>
          <p:spPr>
            <a:xfrm flipV="1">
              <a:off x="6579642" y="4814418"/>
              <a:ext cx="29044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75:12"/>
            <p:cNvCxnSpPr/>
            <p:nvPr/>
          </p:nvCxnSpPr>
          <p:spPr>
            <a:xfrm flipV="1">
              <a:off x="6608686" y="4810315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75:13"/>
            <p:cNvCxnSpPr/>
            <p:nvPr/>
          </p:nvCxnSpPr>
          <p:spPr>
            <a:xfrm>
              <a:off x="6639853" y="4810315"/>
              <a:ext cx="12485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75:14"/>
            <p:cNvCxnSpPr/>
            <p:nvPr/>
          </p:nvCxnSpPr>
          <p:spPr>
            <a:xfrm>
              <a:off x="7888398" y="4810315"/>
              <a:ext cx="31167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75:15"/>
            <p:cNvCxnSpPr/>
            <p:nvPr/>
          </p:nvCxnSpPr>
          <p:spPr>
            <a:xfrm>
              <a:off x="7919565" y="4814418"/>
              <a:ext cx="29044" cy="1203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75:16"/>
            <p:cNvCxnSpPr/>
            <p:nvPr/>
          </p:nvCxnSpPr>
          <p:spPr>
            <a:xfrm>
              <a:off x="7948609" y="4826449"/>
              <a:ext cx="24941" cy="1913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75:17"/>
            <p:cNvCxnSpPr/>
            <p:nvPr/>
          </p:nvCxnSpPr>
          <p:spPr>
            <a:xfrm>
              <a:off x="7973550" y="4845586"/>
              <a:ext cx="19137" cy="2494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75:18"/>
            <p:cNvCxnSpPr/>
            <p:nvPr/>
          </p:nvCxnSpPr>
          <p:spPr>
            <a:xfrm>
              <a:off x="7992687" y="4870527"/>
              <a:ext cx="12030" cy="290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75:19"/>
            <p:cNvCxnSpPr/>
            <p:nvPr/>
          </p:nvCxnSpPr>
          <p:spPr>
            <a:xfrm>
              <a:off x="8004717" y="4899570"/>
              <a:ext cx="4104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75:20"/>
            <p:cNvCxnSpPr/>
            <p:nvPr/>
          </p:nvCxnSpPr>
          <p:spPr>
            <a:xfrm>
              <a:off x="8008821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75:21"/>
            <p:cNvCxnSpPr/>
            <p:nvPr/>
          </p:nvCxnSpPr>
          <p:spPr>
            <a:xfrm>
              <a:off x="8008821" y="5448558"/>
              <a:ext cx="4103" cy="3116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75:22"/>
            <p:cNvCxnSpPr/>
            <p:nvPr/>
          </p:nvCxnSpPr>
          <p:spPr>
            <a:xfrm>
              <a:off x="8012924" y="5479726"/>
              <a:ext cx="12030" cy="290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75:23"/>
            <p:cNvCxnSpPr/>
            <p:nvPr/>
          </p:nvCxnSpPr>
          <p:spPr>
            <a:xfrm>
              <a:off x="8024954" y="5508770"/>
              <a:ext cx="19138" cy="2494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75:24"/>
            <p:cNvCxnSpPr/>
            <p:nvPr/>
          </p:nvCxnSpPr>
          <p:spPr>
            <a:xfrm>
              <a:off x="8044092" y="5533710"/>
              <a:ext cx="24940" cy="1913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75:25"/>
            <p:cNvCxnSpPr/>
            <p:nvPr/>
          </p:nvCxnSpPr>
          <p:spPr>
            <a:xfrm>
              <a:off x="8069032" y="5552848"/>
              <a:ext cx="29044" cy="1203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75:26"/>
            <p:cNvCxnSpPr/>
            <p:nvPr/>
          </p:nvCxnSpPr>
          <p:spPr>
            <a:xfrm>
              <a:off x="8098076" y="5564878"/>
              <a:ext cx="31168" cy="410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82:0"/>
            <p:cNvCxnSpPr/>
            <p:nvPr/>
          </p:nvCxnSpPr>
          <p:spPr>
            <a:xfrm>
              <a:off x="5331098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83:0"/>
            <p:cNvCxnSpPr/>
            <p:nvPr/>
          </p:nvCxnSpPr>
          <p:spPr>
            <a:xfrm>
              <a:off x="8129244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diagram:railroad:node.default:svg-5"/>
            <p:cNvSpPr/>
            <p:nvPr/>
          </p:nvSpPr>
          <p:spPr>
            <a:xfrm>
              <a:off x="5410878" y="932688"/>
              <a:ext cx="359011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diagram:railroad:node.default:svg-10"/>
            <p:cNvSpPr/>
            <p:nvPr/>
          </p:nvSpPr>
          <p:spPr>
            <a:xfrm>
              <a:off x="5408808" y="1498677"/>
              <a:ext cx="363151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diagram:railroad:node.default:svg-15"/>
            <p:cNvSpPr/>
            <p:nvPr/>
          </p:nvSpPr>
          <p:spPr>
            <a:xfrm>
              <a:off x="5416993" y="2064666"/>
              <a:ext cx="346781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diagram:railroad:node.default:svg-22"/>
            <p:cNvSpPr/>
            <p:nvPr/>
          </p:nvSpPr>
          <p:spPr>
            <a:xfrm>
              <a:off x="4866904" y="1673290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diagram:railroad:node.default:svg-24"/>
            <p:cNvSpPr/>
            <p:nvPr/>
          </p:nvSpPr>
          <p:spPr>
            <a:xfrm>
              <a:off x="6073018" y="1673290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diagram:railroad:node.default:svg-31"/>
            <p:cNvSpPr/>
            <p:nvPr/>
          </p:nvSpPr>
          <p:spPr>
            <a:xfrm>
              <a:off x="5315104" y="2871501"/>
              <a:ext cx="363527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diagram:railroad:node.default:svg-36"/>
            <p:cNvSpPr/>
            <p:nvPr/>
          </p:nvSpPr>
          <p:spPr>
            <a:xfrm>
              <a:off x="5315104" y="3437490"/>
              <a:ext cx="363527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diagram:railroad:node.default:svg-41"/>
            <p:cNvSpPr/>
            <p:nvPr/>
          </p:nvSpPr>
          <p:spPr>
            <a:xfrm>
              <a:off x="5315104" y="4003479"/>
              <a:ext cx="363527" cy="469650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diagram:railroad:node.default:svg-48"/>
            <p:cNvSpPr/>
            <p:nvPr/>
          </p:nvSpPr>
          <p:spPr>
            <a:xfrm>
              <a:off x="4773200" y="3612104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diagram:railroad:node.default:svg-50"/>
            <p:cNvSpPr/>
            <p:nvPr/>
          </p:nvSpPr>
          <p:spPr>
            <a:xfrm>
              <a:off x="5979690" y="3612104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diagram:railroad:node.default:svg-57"/>
            <p:cNvSpPr/>
            <p:nvPr/>
          </p:nvSpPr>
          <p:spPr>
            <a:xfrm>
              <a:off x="5511733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diagram:railroad:node.default:svg-63"/>
            <p:cNvSpPr/>
            <p:nvPr/>
          </p:nvSpPr>
          <p:spPr>
            <a:xfrm>
              <a:off x="6880700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diagram:railroad:node.default:svg-68"/>
            <p:cNvSpPr/>
            <p:nvPr/>
          </p:nvSpPr>
          <p:spPr>
            <a:xfrm>
              <a:off x="6930045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node.default:svg-79"/>
            <p:cNvSpPr/>
            <p:nvPr/>
          </p:nvSpPr>
          <p:spPr>
            <a:xfrm>
              <a:off x="5210674" y="5508770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7" name="diagram:railroad:node.default:svg-81"/>
            <p:cNvSpPr/>
            <p:nvPr/>
          </p:nvSpPr>
          <p:spPr>
            <a:xfrm>
              <a:off x="8189456" y="5508770"/>
              <a:ext cx="120423" cy="120423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8" name="diagram:railroad:text.default:svg-6"/>
            <p:cNvSpPr txBox="1"/>
            <p:nvPr/>
          </p:nvSpPr>
          <p:spPr>
            <a:xfrm>
              <a:off x="5585748" y="1156133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</a:t>
              </a:r>
            </a:p>
          </p:txBody>
        </p:sp>
        <p:sp>
          <p:nvSpPr>
            <p:cNvPr id="249" name="diagram:railroad:text.default:svg-11"/>
            <p:cNvSpPr txBox="1"/>
            <p:nvPr/>
          </p:nvSpPr>
          <p:spPr>
            <a:xfrm>
              <a:off x="5585748" y="1722122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b</a:t>
              </a:r>
            </a:p>
          </p:txBody>
        </p:sp>
        <p:sp>
          <p:nvSpPr>
            <p:cNvPr id="250" name="diagram:railroad:text.default:svg-16"/>
            <p:cNvSpPr txBox="1"/>
            <p:nvPr/>
          </p:nvSpPr>
          <p:spPr>
            <a:xfrm>
              <a:off x="5585748" y="2288111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</a:t>
              </a:r>
            </a:p>
          </p:txBody>
        </p:sp>
        <p:sp>
          <p:nvSpPr>
            <p:cNvPr id="251" name="diagram:railroad:text.default:svg-20"/>
            <p:cNvSpPr txBox="1"/>
            <p:nvPr/>
          </p:nvSpPr>
          <p:spPr>
            <a:xfrm>
              <a:off x="3900267" y="1720496"/>
              <a:ext cx="84777" cy="1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252" name="diagram:railroad:text.default:svg-32"/>
            <p:cNvSpPr txBox="1"/>
            <p:nvPr/>
          </p:nvSpPr>
          <p:spPr>
            <a:xfrm>
              <a:off x="5492231" y="3094947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0</a:t>
              </a:r>
            </a:p>
          </p:txBody>
        </p:sp>
        <p:sp>
          <p:nvSpPr>
            <p:cNvPr id="253" name="diagram:railroad:text.default:svg-37"/>
            <p:cNvSpPr txBox="1"/>
            <p:nvPr/>
          </p:nvSpPr>
          <p:spPr>
            <a:xfrm>
              <a:off x="5492231" y="3660936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1</a:t>
              </a:r>
            </a:p>
          </p:txBody>
        </p:sp>
        <p:sp>
          <p:nvSpPr>
            <p:cNvPr id="254" name="diagram:railroad:text.default:svg-42"/>
            <p:cNvSpPr txBox="1"/>
            <p:nvPr/>
          </p:nvSpPr>
          <p:spPr>
            <a:xfrm>
              <a:off x="5492231" y="4226925"/>
              <a:ext cx="927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2</a:t>
              </a:r>
            </a:p>
          </p:txBody>
        </p:sp>
        <p:sp>
          <p:nvSpPr>
            <p:cNvPr id="255" name="diagram:railroad:text.default:svg-46"/>
            <p:cNvSpPr txBox="1"/>
            <p:nvPr/>
          </p:nvSpPr>
          <p:spPr>
            <a:xfrm>
              <a:off x="3905565" y="3659310"/>
              <a:ext cx="74180" cy="1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256" name="diagram:railroad:text.default:svg-58"/>
            <p:cNvSpPr txBox="1"/>
            <p:nvPr/>
          </p:nvSpPr>
          <p:spPr>
            <a:xfrm>
              <a:off x="5867340" y="5557601"/>
              <a:ext cx="55635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letter</a:t>
              </a:r>
            </a:p>
          </p:txBody>
        </p:sp>
        <p:sp>
          <p:nvSpPr>
            <p:cNvPr id="257" name="diagram:railroad:text.default:svg-64"/>
            <p:cNvSpPr txBox="1"/>
            <p:nvPr/>
          </p:nvSpPr>
          <p:spPr>
            <a:xfrm>
              <a:off x="7236308" y="5274607"/>
              <a:ext cx="55635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letter</a:t>
              </a:r>
            </a:p>
          </p:txBody>
        </p:sp>
        <p:sp>
          <p:nvSpPr>
            <p:cNvPr id="258" name="diagram:railroad:text.default:svg-69"/>
            <p:cNvSpPr txBox="1"/>
            <p:nvPr/>
          </p:nvSpPr>
          <p:spPr>
            <a:xfrm>
              <a:off x="7240944" y="5840596"/>
              <a:ext cx="46362" cy="15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3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digit</a:t>
              </a:r>
            </a:p>
          </p:txBody>
        </p:sp>
        <p:sp>
          <p:nvSpPr>
            <p:cNvPr id="259" name="diagram:railroad:text.default:svg-77"/>
            <p:cNvSpPr txBox="1"/>
            <p:nvPr/>
          </p:nvSpPr>
          <p:spPr>
            <a:xfrm>
              <a:off x="3879072" y="5555976"/>
              <a:ext cx="127166" cy="1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